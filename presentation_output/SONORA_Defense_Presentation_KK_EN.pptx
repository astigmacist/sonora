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df53a0809e476a" /><Relationship Type="http://schemas.openxmlformats.org/officeDocument/2006/relationships/extended-properties" Target="/docProps/app.xml" Id="Ref470f733a934df3" /><Relationship Type="http://schemas.openxmlformats.org/officeDocument/2006/relationships/officeDocument" Target="/ppt/presentation.xml" Id="Rdcd9e2d8e1314a27" /></Relationships>
</file>

<file path=ppt/presentation.xml><?xml version="1.0" encoding="utf-8"?>
<p:presentation xmlns:p="http://schemas.openxmlformats.org/presentationml/2006/main">
  <p:sldMasterIdLst>
    <p:sldMasterId xmlns:r="http://schemas.openxmlformats.org/officeDocument/2006/relationships" id="2147483648" r:id="R3bdb03cda90f4448"/>
  </p:sldMasterIdLst>
  <p:notesMasterIdLst>
    <p:notesMasterId xmlns:r="http://schemas.openxmlformats.org/officeDocument/2006/relationships" r:id="R26231003a4ab4e42"/>
  </p:notesMasterIdLst>
  <p:sldIdLst>
    <p:sldId xmlns:r="http://schemas.openxmlformats.org/officeDocument/2006/relationships" id="256" r:id="Rca2072613f2d436b"/>
    <p:sldId xmlns:r="http://schemas.openxmlformats.org/officeDocument/2006/relationships" id="257" r:id="Rade5007867ed4da8"/>
    <p:sldId xmlns:r="http://schemas.openxmlformats.org/officeDocument/2006/relationships" id="258" r:id="R17fb0ebd26614f85"/>
    <p:sldId xmlns:r="http://schemas.openxmlformats.org/officeDocument/2006/relationships" id="259" r:id="Ree5453994a7f4e53"/>
    <p:sldId xmlns:r="http://schemas.openxmlformats.org/officeDocument/2006/relationships" id="260" r:id="Re8bbe8d97e9a4a87"/>
    <p:sldId xmlns:r="http://schemas.openxmlformats.org/officeDocument/2006/relationships" id="261" r:id="R6aad20245df64ca4"/>
    <p:sldId xmlns:r="http://schemas.openxmlformats.org/officeDocument/2006/relationships" id="262" r:id="R40ae2b274f1a43b0"/>
    <p:sldId xmlns:r="http://schemas.openxmlformats.org/officeDocument/2006/relationships" id="263" r:id="R571c46ff75f84177"/>
    <p:sldId xmlns:r="http://schemas.openxmlformats.org/officeDocument/2006/relationships" id="264" r:id="R197056ebd9ba4491"/>
    <p:sldId xmlns:r="http://schemas.openxmlformats.org/officeDocument/2006/relationships" id="265" r:id="Ra9b5f7dacd164533"/>
    <p:sldId xmlns:r="http://schemas.openxmlformats.org/officeDocument/2006/relationships" id="266" r:id="R5c485bc44db141d7"/>
    <p:sldId xmlns:r="http://schemas.openxmlformats.org/officeDocument/2006/relationships" id="267" r:id="Rbf1452b2e0c347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a872e75eef46d5" /><Relationship Type="http://schemas.openxmlformats.org/officeDocument/2006/relationships/slideMaster" Target="/ppt/slideMasters/slideMaster1.xml" Id="R3bdb03cda90f4448" /><Relationship Type="http://schemas.openxmlformats.org/officeDocument/2006/relationships/notesMaster" Target="/ppt/notesMasters/notesMaster1.xml" Id="R26231003a4ab4e42" /><Relationship Type="http://schemas.openxmlformats.org/officeDocument/2006/relationships/presProps" Target="/ppt/presProps.xml" Id="Rda451d1a06224198" /><Relationship Type="http://schemas.openxmlformats.org/officeDocument/2006/relationships/tableStyles" Target="/ppt/tableStyles.xml" Id="Rb650146533bf4441" /><Relationship Type="http://schemas.openxmlformats.org/officeDocument/2006/relationships/slide" Target="/ppt/slides/slide1.xml" Id="Rca2072613f2d436b" /><Relationship Type="http://schemas.openxmlformats.org/officeDocument/2006/relationships/slide" Target="/ppt/slides/slide2.xml" Id="Rade5007867ed4da8" /><Relationship Type="http://schemas.openxmlformats.org/officeDocument/2006/relationships/slide" Target="/ppt/slides/slide3.xml" Id="R17fb0ebd26614f85" /><Relationship Type="http://schemas.openxmlformats.org/officeDocument/2006/relationships/slide" Target="/ppt/slides/slide4.xml" Id="Ree5453994a7f4e53" /><Relationship Type="http://schemas.openxmlformats.org/officeDocument/2006/relationships/slide" Target="/ppt/slides/slide5.xml" Id="Re8bbe8d97e9a4a87" /><Relationship Type="http://schemas.openxmlformats.org/officeDocument/2006/relationships/slide" Target="/ppt/slides/slide6.xml" Id="R6aad20245df64ca4" /><Relationship Type="http://schemas.openxmlformats.org/officeDocument/2006/relationships/slide" Target="/ppt/slides/slide7.xml" Id="R40ae2b274f1a43b0" /><Relationship Type="http://schemas.openxmlformats.org/officeDocument/2006/relationships/slide" Target="/ppt/slides/slide8.xml" Id="R571c46ff75f84177" /><Relationship Type="http://schemas.openxmlformats.org/officeDocument/2006/relationships/slide" Target="/ppt/slides/slide9.xml" Id="R197056ebd9ba4491" /><Relationship Type="http://schemas.openxmlformats.org/officeDocument/2006/relationships/slide" Target="/ppt/slides/slide10.xml" Id="Ra9b5f7dacd164533" /><Relationship Type="http://schemas.openxmlformats.org/officeDocument/2006/relationships/slide" Target="/ppt/slides/slide11.xml" Id="R5c485bc44db141d7" /><Relationship Type="http://schemas.openxmlformats.org/officeDocument/2006/relationships/slide" Target="/ppt/slides/slide12.xml" Id="Rbf1452b2e0c347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246a104e9c40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7535af46864060" /><Relationship Type="http://schemas.openxmlformats.org/officeDocument/2006/relationships/notesMaster" Target="/ppt/notesMasters/notesMaster1.xml" Id="R989694088c894b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1501cff7c34a5a" /><Relationship Type="http://schemas.openxmlformats.org/officeDocument/2006/relationships/notesMaster" Target="/ppt/notesMasters/notesMaster1.xml" Id="Ra5810458b6fc4d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9879f165634310" /><Relationship Type="http://schemas.openxmlformats.org/officeDocument/2006/relationships/notesMaster" Target="/ppt/notesMasters/notesMaster1.xml" Id="Ra04e762b8c8544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dc8d24a2344e90" /><Relationship Type="http://schemas.openxmlformats.org/officeDocument/2006/relationships/notesMaster" Target="/ppt/notesMasters/notesMaster1.xml" Id="R0e26c592ac7144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ea23338ce54ea2" /><Relationship Type="http://schemas.openxmlformats.org/officeDocument/2006/relationships/notesMaster" Target="/ppt/notesMasters/notesMaster1.xml" Id="Rbb2e04c40c8144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1f6e882a054990" /><Relationship Type="http://schemas.openxmlformats.org/officeDocument/2006/relationships/notesMaster" Target="/ppt/notesMasters/notesMaster1.xml" Id="R2042c8d622dd47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2aedada4e04390" /><Relationship Type="http://schemas.openxmlformats.org/officeDocument/2006/relationships/notesMaster" Target="/ppt/notesMasters/notesMaster1.xml" Id="R6b741187375c43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2470213dfb455a" /><Relationship Type="http://schemas.openxmlformats.org/officeDocument/2006/relationships/notesMaster" Target="/ppt/notesMasters/notesMaster1.xml" Id="R507cf016ec4b46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dea20082d849f2" /><Relationship Type="http://schemas.openxmlformats.org/officeDocument/2006/relationships/notesMaster" Target="/ppt/notesMasters/notesMaster1.xml" Id="Ra6f660b3f1b845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39e9219079457f" /><Relationship Type="http://schemas.openxmlformats.org/officeDocument/2006/relationships/notesMaster" Target="/ppt/notesMasters/notesMaster1.xml" Id="Redb0c89be84e4d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bc87a83c3844bb" /><Relationship Type="http://schemas.openxmlformats.org/officeDocument/2006/relationships/notesMaster" Target="/ppt/notesMasters/notesMaster1.xml" Id="R83d725d7e06543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c415ae78b548dc" /><Relationship Type="http://schemas.openxmlformats.org/officeDocument/2006/relationships/notesMaster" Target="/ppt/notesMasters/notesMaster1.xml" Id="R6bb3db105d854d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Құрметті қазылар алқасы! Менің жобам SONORA деп аталады. Бұл жоба жасөспірімдердің күнделікті тыңдайтын ағылшын әндерін жүйелі тілдік жаттығуға айналдыруды зерттейді.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Жасөспірімдер ағылшын әндерін жиі тыңдайды, бірақ музыкамен таныстық жүйелі тіл үйренуге тең емес. Әндер лексиканы есте сақтауға көмектесуі мүмкін, сондықтан мен пассивті тыңдауды нақты тапсырмалармен байланыстырдым. Sources: Ludke, Ferreira &amp; Overy (2014), https://doi.org/10.3758/s13421-013-0342-5 ; Pavia, Webb &amp; Faez (2019), https://doi.org/10.1017/S0272263119000020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Негізгі сұрақ төрт апталық SONORA интервенциясы дәстүрлі жаттығулардан жоғары өсім бере ме деген мәселені тексереді. Сайт зерттеу нысаны емес. Ол педагогикалық әдісті іске асыратын құрал.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Болжам бойынша, оқушы өзі таңдаған әнмен белсенді жұмыс істесе, оның қызығушылығы нақты тілдік әрекетке айналады. Жаңалық тек аудармада емес. SONORA мағына, регистр, қауіпсіздік, жаттығу және прогресті бір маршрутта біріктіреді.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Бұл жұмыс істейтін веб прототип. Каталогта алты дайын сабақ бар. Интерфейс қазақ, ағылшын және орыс тілдерінде жұмыс істейді. Оқушы ресми клипті сайттың ішінде тыңдайды және қысқа үзіндіден жаңа сабақ құра алады.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SONORA сабағы жеті кезеңнен тұрады. Оқушы мақсат қояды, мағынаны болжайды, тыңдайды, лексиканы жаттықтырады, сөйлеу регистрін салыстырады, бақылаудан өтеді және ауызша жауап береді. Жүйе келесі кезеңді нақты әрекет орындалған соң ғана ашады.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Тыңдалым кезеңінде ресми YouTube плеері SONORA ішінде ашылады. Платформа жазбаны жүктемейді және сақтамайды. Белсенді 30 секундтан кейін негізгі ой мен сөзді тану тапсырмалары ашылады. Source: YouTube IFrame Player API, https://developers.google.com/youtube/iframe_api_reference ; YouTube Privacy Enhanced Mode, https://support.google.com/youtube/answer/171780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интерфейсі FastAPI серверімен жұмыс істейді. Сервер құпия кілтті сақтайды және ЖИ жауабын қатаң схема бойынша тексереді. SQLite тек прогресс пен туынды талдау деректерін сақтайды. ЖИ мұғалімді алмастырмайды және ғылыми нәтижені есептемейді. Source: UNESCO Guidance for Generative AI in Education and Research (2023), https://unesdoc.unesco.org/ark:/48223/pf0000386693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Зерттеу төрт аптаға жоспарланған. Эксперименттік және бақылау топтарында оқу уақыты тең болады. Екі топ бірдей бастапқы және параллель қорытынды тесттерден өтеді. Егер оқушылар саны аз болса, топтар тең сақталып, шағын іріктеме шектеу ретінде көрсетіледі.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Нәтиже төрт негізгі өлшеммен бағаланады. Ең маңыздысы бастапқы және қорытынды ұпайдың айырмасы. Эксперименттік топтың орташа өсімі бақылау тобынан тұрақты жоғары болса ғана болжам қолдау табады. Бағалау критерийлері CEFR қағидаларымен үйлестіріледі. Source: Council of Europe, CEFR Companion Volume (2020), https://rm.coe.int/cefr-companion-volume-with-new-descriptors-2020/16809ea0d4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Бұл слайд ғылыми адалдықты көрсетеді. Зерттеу панеліндегі сандар синтетикалық демо деректер. Оларды қорытынды ретінде қолдануға болмайды. Нақты экспериментте келісім, аноним кодтар, қысқа үзінділер және мұғалім бақылауы міндетті болады. Source: UNESCO Guidance for Generative AI in Education and Research (2023), https://unesdoc.unesco.org/ark:/48223/pf0000386693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Қорытындылай келе, SONORA бір жағынан жұмыс істейтін үштілді өнім, екінші жағынан тексерілетін педагогикалық әдістеме. Келесі қадам нақты төрт апталық эксперимент өткізіп, демо деректерді келісіммен жиналған нәтижелермен алмастыру. Назарларыңызға рақмет! References: Council of Europe (2020), CEFR Companion Volume, https://rm.coe.int/cefr-companion-volume-with-new-descriptors-2020/16809ea0d4 ; Ludke et al. (2014), https://doi.org/10.3758/s13421-013-0342-5 ; Pavia et al. (2019), https://doi.org/10.1017/S0272263119000020 ; UNESCO (2023), https://unesdoc.unesco.org/ark:/48223/pf0000386693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73c6b3f2594a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1d8b40a32f4142" /><Relationship Type="http://schemas.openxmlformats.org/officeDocument/2006/relationships/slideLayout" Target="/ppt/slideLayouts/slideLayout1.xml" Id="R1a48fecda98841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48fecda98841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d3af14c9ad436a" /><Relationship Type="http://schemas.openxmlformats.org/officeDocument/2006/relationships/image" Target="/ppt/media/image.jpeg" Id="R5031ff2fe67f44e6" /><Relationship Type="http://schemas.openxmlformats.org/officeDocument/2006/relationships/notesSlide" Target="/ppt/notesSlides/notesSlide1.xml" Id="Rab3d166439b94b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d8220c530e4a87" /><Relationship Type="http://schemas.openxmlformats.org/officeDocument/2006/relationships/notesSlide" Target="/ppt/notesSlides/notesSlide2.xml" Id="R77fce1eb7c6b46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fb127994fa467f" /><Relationship Type="http://schemas.openxmlformats.org/officeDocument/2006/relationships/notesSlide" Target="/ppt/notesSlides/notesSlide3.xml" Id="R3463ea2c17dc46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9fd676544e47e9" /><Relationship Type="http://schemas.openxmlformats.org/officeDocument/2006/relationships/notesSlide" Target="/ppt/notesSlides/notesSlide4.xml" Id="Rbeed6cd0b4c148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3d130d06154ed5" /><Relationship Type="http://schemas.openxmlformats.org/officeDocument/2006/relationships/image" Target="/ppt/media/image2.jpeg" Id="R84b9a27be5e8484a" /><Relationship Type="http://schemas.openxmlformats.org/officeDocument/2006/relationships/notesSlide" Target="/ppt/notesSlides/notesSlide5.xml" Id="R89ad9f01584944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fae4038d8d4c79" /><Relationship Type="http://schemas.openxmlformats.org/officeDocument/2006/relationships/notesSlide" Target="/ppt/notesSlides/notesSlide6.xml" Id="R32237c0d3b0044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038a5306b44e30" /><Relationship Type="http://schemas.openxmlformats.org/officeDocument/2006/relationships/image" Target="/ppt/media/image3.jpeg" Id="R47ca0c929a0c4498" /><Relationship Type="http://schemas.openxmlformats.org/officeDocument/2006/relationships/notesSlide" Target="/ppt/notesSlides/notesSlide7.xml" Id="R9cf50ea5ae9e4b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8384faaf2e4c1f" /><Relationship Type="http://schemas.openxmlformats.org/officeDocument/2006/relationships/notesSlide" Target="/ppt/notesSlides/notesSlide8.xml" Id="R4b7ba5a5bc5f4a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89dbbf86a64c35" /><Relationship Type="http://schemas.openxmlformats.org/officeDocument/2006/relationships/notesSlide" Target="/ppt/notesSlides/notesSlide9.xml" Id="R73a830f7f5e84b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08f6377e7a48f0" /><Relationship Type="http://schemas.openxmlformats.org/officeDocument/2006/relationships/notesSlide" Target="/ppt/notesSlides/notesSlide10.xml" Id="R1645a79b6e0945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53ffae2c264b31" /><Relationship Type="http://schemas.openxmlformats.org/officeDocument/2006/relationships/image" Target="/ppt/media/image4.jpeg" Id="R0b1443ff7dd247ca" /><Relationship Type="http://schemas.openxmlformats.org/officeDocument/2006/relationships/notesSlide" Target="/ppt/notesSlides/notesSlide11.xml" Id="Rc6d8619533a941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6087c3bda14447" /><Relationship Type="http://schemas.openxmlformats.org/officeDocument/2006/relationships/notesSlide" Target="/ppt/notesSlides/notesSlide12.xml" Id="Rc71b54081fc74359" /></Relationships>
</file>

<file path=ppt/slides/slide1.xml><?xml version="1.0" encoding="utf-8"?>
<p:sld xmlns:p="http://schemas.openxmlformats.org/presentationml/2006/main">
  <p:cSld>
    <p:bg>
      <p:bgPr>
        <a:solidFill xmlns:a="http://schemas.openxmlformats.org/drawingml/2006/main">
          <a:srgbClr val="08100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FB24B6-2DFD-49F2-B735-273AE255346B}"/>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D8FF6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0CD3CC-3318-4C58-A6EB-D7889385D73C}"/>
              </a:ext>
            </a:extLst>
          </p:cNvPr>
          <p:cNvSpPr>
            <a:spLocks xmlns:a="http://schemas.openxmlformats.org/drawingml/2006/main" noGrp="1"/>
          </p:cNvSpPr>
          <p:nvPr/>
        </p:nvSpPr>
        <p:spPr>
          <a:xfrm xmlns:a="http://schemas.openxmlformats.org/drawingml/2006/main">
            <a:off x="685800" y="590550"/>
            <a:ext cx="2838450" cy="323850"/>
          </a:xfrm>
          <a:prstGeom xmlns:a="http://schemas.openxmlformats.org/drawingml/2006/main" prst="roundRect">
            <a:avLst>
              <a:gd name="adj" fmla="val 50000"/>
            </a:avLst>
          </a:prstGeom>
          <a:solidFill xmlns:a="http://schemas.openxmlformats.org/drawingml/2006/main">
            <a:srgbClr val="D8FF6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A3AF35-ADBF-49AE-8AB1-3785BBA80C22}"/>
              </a:ext>
            </a:extLst>
          </p:cNvPr>
          <p:cNvSpPr>
            <a:spLocks xmlns:a="http://schemas.openxmlformats.org/drawingml/2006/main" noGrp="1"/>
          </p:cNvSpPr>
          <p:nvPr/>
        </p:nvSpPr>
        <p:spPr>
          <a:xfrm xmlns:a="http://schemas.openxmlformats.org/drawingml/2006/main">
            <a:off x="781050" y="638175"/>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8100D"/>
                </a:solidFill>
                <a:latin typeface="PT Sans"/>
                <a:ea typeface="PT Sans"/>
                <a:cs typeface="PT Sans"/>
              </a:defRPr>
            </a:pPr>
            <a:r>
              <a:rPr sz="1050" b="1" i="0">
                <a:solidFill>
                  <a:srgbClr val="08100D"/>
                </a:solidFill>
                <a:latin typeface="PT Sans"/>
                <a:ea typeface="PT Sans"/>
                <a:cs typeface="PT Sans"/>
              </a:rPr>
              <a:t>ҒЫЛЫМИ ЖОБА · SCIENTIFIC PROJECT</a:t>
            </a:r>
          </a:p>
        </p:txBody>
      </p:sp>
      <p:sp>
        <p:nvSpPr>
          <p:cNvPr id="4" name="">
            <a:extLst xmlns:a="http://schemas.openxmlformats.org/drawingml/2006/main">
              <a:ext uri="{FF2B5EF4-FFF2-40B4-BE49-F238E27FC236}">
                <a16:creationId xmlns:a16="http://schemas.microsoft.com/office/drawing/2014/main" id="{B331F8AD-6C73-4CA4-A1DA-8FE3B28035E1}"/>
              </a:ext>
            </a:extLst>
          </p:cNvPr>
          <p:cNvSpPr>
            <a:spLocks xmlns:a="http://schemas.openxmlformats.org/drawingml/2006/main" noGrp="1"/>
          </p:cNvSpPr>
          <p:nvPr/>
        </p:nvSpPr>
        <p:spPr>
          <a:xfrm xmlns:a="http://schemas.openxmlformats.org/drawingml/2006/main">
            <a:off x="685800" y="116205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400" b="1" i="0">
                <a:solidFill>
                  <a:srgbClr val="FBFCF7"/>
                </a:solidFill>
                <a:latin typeface="PT Sans"/>
                <a:ea typeface="PT Sans"/>
                <a:cs typeface="PT Sans"/>
              </a:defRPr>
            </a:pPr>
            <a:r>
              <a:rPr sz="5400" b="1" i="0">
                <a:solidFill>
                  <a:srgbClr val="FBFCF7"/>
                </a:solidFill>
                <a:latin typeface="PT Sans"/>
                <a:ea typeface="PT Sans"/>
                <a:cs typeface="PT Sans"/>
              </a:rPr>
              <a:t>SONORA</a:t>
            </a:r>
          </a:p>
        </p:txBody>
      </p:sp>
      <p:sp>
        <p:nvSpPr>
          <p:cNvPr id="5" name="">
            <a:extLst xmlns:a="http://schemas.openxmlformats.org/drawingml/2006/main">
              <a:ext uri="{FF2B5EF4-FFF2-40B4-BE49-F238E27FC236}">
                <a16:creationId xmlns:a16="http://schemas.microsoft.com/office/drawing/2014/main" id="{B5F5D291-CE64-4B9B-B2FE-57D7940629B4}"/>
              </a:ext>
            </a:extLst>
          </p:cNvPr>
          <p:cNvSpPr>
            <a:spLocks xmlns:a="http://schemas.openxmlformats.org/drawingml/2006/main" noGrp="1"/>
          </p:cNvSpPr>
          <p:nvPr/>
        </p:nvSpPr>
        <p:spPr>
          <a:xfrm xmlns:a="http://schemas.openxmlformats.org/drawingml/2006/main">
            <a:off x="685800" y="1971675"/>
            <a:ext cx="447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925" b="1" i="0">
                <a:solidFill>
                  <a:srgbClr val="FBFCF7"/>
                </a:solidFill>
                <a:latin typeface="PT Sans"/>
                <a:ea typeface="PT Sans"/>
                <a:cs typeface="PT Sans"/>
              </a:defRPr>
            </a:pPr>
            <a:r>
              <a:rPr sz="2925" b="1" i="0">
                <a:solidFill>
                  <a:srgbClr val="FBFCF7"/>
                </a:solidFill>
                <a:latin typeface="PT Sans"/>
                <a:ea typeface="PT Sans"/>
                <a:cs typeface="PT Sans"/>
              </a:rPr>
              <a:t>Ағылшын тілін танымал әндер арқылы үйрену</a:t>
            </a:r>
          </a:p>
        </p:txBody>
      </p:sp>
      <p:sp>
        <p:nvSpPr>
          <p:cNvPr id="6" name="">
            <a:extLst xmlns:a="http://schemas.openxmlformats.org/drawingml/2006/main">
              <a:ext uri="{FF2B5EF4-FFF2-40B4-BE49-F238E27FC236}">
                <a16:creationId xmlns:a16="http://schemas.microsoft.com/office/drawing/2014/main" id="{9842F8E8-E34F-43CD-91A5-9DE66444C312}"/>
              </a:ext>
            </a:extLst>
          </p:cNvPr>
          <p:cNvSpPr>
            <a:spLocks xmlns:a="http://schemas.openxmlformats.org/drawingml/2006/main" noGrp="1"/>
          </p:cNvSpPr>
          <p:nvPr/>
        </p:nvSpPr>
        <p:spPr>
          <a:xfrm xmlns:a="http://schemas.openxmlformats.org/drawingml/2006/main">
            <a:off x="704850" y="3057525"/>
            <a:ext cx="4248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AAB5AE"/>
                </a:solidFill>
                <a:latin typeface="PT Sans"/>
                <a:ea typeface="PT Sans"/>
                <a:cs typeface="PT Sans"/>
              </a:defRPr>
            </a:pPr>
            <a:r>
              <a:rPr sz="1650" b="0" i="0">
                <a:solidFill>
                  <a:srgbClr val="AAB5AE"/>
                </a:solidFill>
                <a:latin typeface="PT Sans"/>
                <a:ea typeface="PT Sans"/>
                <a:cs typeface="PT Sans"/>
              </a:rPr>
              <a:t>AI-assisted learning through popular English songs</a:t>
            </a:r>
          </a:p>
        </p:txBody>
      </p:sp>
      <p:sp>
        <p:nvSpPr>
          <p:cNvPr id="7" name="">
            <a:extLst xmlns:a="http://schemas.openxmlformats.org/drawingml/2006/main">
              <a:ext uri="{FF2B5EF4-FFF2-40B4-BE49-F238E27FC236}">
                <a16:creationId xmlns:a16="http://schemas.microsoft.com/office/drawing/2014/main" id="{37E64004-1BF2-4C1A-AE8F-B2F6846EBCF7}"/>
              </a:ext>
            </a:extLst>
          </p:cNvPr>
          <p:cNvSpPr>
            <a:spLocks xmlns:a="http://schemas.openxmlformats.org/drawingml/2006/main" noGrp="1"/>
          </p:cNvSpPr>
          <p:nvPr/>
        </p:nvSpPr>
        <p:spPr>
          <a:xfrm xmlns:a="http://schemas.openxmlformats.org/drawingml/2006/main">
            <a:off x="685800" y="3952875"/>
            <a:ext cx="3524250" cy="0"/>
          </a:xfrm>
          <a:prstGeom xmlns:a="http://schemas.openxmlformats.org/drawingml/2006/main" prst="line">
            <a:avLst/>
          </a:prstGeom>
          <a:noFill xmlns:a="http://schemas.openxmlformats.org/drawingml/2006/main"/>
          <a:ln xmlns:a="http://schemas.openxmlformats.org/drawingml/2006/main" w="38100">
            <a:solidFill>
              <a:srgbClr val="D8FF63"/>
            </a:solidFill>
            <a:prstDash val="solid"/>
          </a:ln>
        </p:spPr>
      </p:sp>
      <p:sp>
        <p:nvSpPr>
          <p:cNvPr id="8" name="">
            <a:extLst xmlns:a="http://schemas.openxmlformats.org/drawingml/2006/main">
              <a:ext uri="{FF2B5EF4-FFF2-40B4-BE49-F238E27FC236}">
                <a16:creationId xmlns:a16="http://schemas.microsoft.com/office/drawing/2014/main" id="{7A94B193-7169-4120-841E-7A6677E63D4E}"/>
              </a:ext>
            </a:extLst>
          </p:cNvPr>
          <p:cNvSpPr>
            <a:spLocks xmlns:a="http://schemas.openxmlformats.org/drawingml/2006/main" noGrp="1"/>
          </p:cNvSpPr>
          <p:nvPr/>
        </p:nvSpPr>
        <p:spPr>
          <a:xfrm xmlns:a="http://schemas.openxmlformats.org/drawingml/2006/main">
            <a:off x="685800" y="4267200"/>
            <a:ext cx="4286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AAB5AE"/>
                </a:solidFill>
                <a:latin typeface="PT Sans"/>
                <a:ea typeface="PT Sans"/>
                <a:cs typeface="PT Sans"/>
              </a:defRPr>
            </a:pPr>
            <a:r>
              <a:rPr sz="1425" b="0" i="0">
                <a:solidFill>
                  <a:srgbClr val="AAB5AE"/>
                </a:solidFill>
                <a:latin typeface="PT Sans"/>
                <a:ea typeface="PT Sans"/>
                <a:cs typeface="PT Sans"/>
              </a:rPr>
              <a:t>Оқушы / Student: ____________________</a:t>
            </a:r>
          </a:p>
          <a:p xmlns:a="http://schemas.openxmlformats.org/drawingml/2006/main">
            <a:pPr algn="l">
              <a:defRPr sz="1425" b="0" i="0">
                <a:solidFill>
                  <a:srgbClr val="AAB5AE"/>
                </a:solidFill>
                <a:latin typeface="PT Sans"/>
                <a:ea typeface="PT Sans"/>
                <a:cs typeface="PT Sans"/>
              </a:defRPr>
            </a:pPr>
            <a:r>
              <a:rPr sz="1425" b="0" i="0">
                <a:solidFill>
                  <a:srgbClr val="AAB5AE"/>
                </a:solidFill>
                <a:latin typeface="PT Sans"/>
                <a:ea typeface="PT Sans"/>
                <a:cs typeface="PT Sans"/>
              </a:rPr>
              <a:t>Мектеп / School: ____________________</a:t>
            </a:r>
          </a:p>
          <a:p xmlns:a="http://schemas.openxmlformats.org/drawingml/2006/main">
            <a:pPr algn="l">
              <a:defRPr sz="1425" b="0" i="0">
                <a:solidFill>
                  <a:srgbClr val="AAB5AE"/>
                </a:solidFill>
                <a:latin typeface="PT Sans"/>
                <a:ea typeface="PT Sans"/>
                <a:cs typeface="PT Sans"/>
              </a:defRPr>
            </a:pPr>
            <a:r>
              <a:rPr sz="1425" b="0" i="0">
                <a:solidFill>
                  <a:srgbClr val="AAB5AE"/>
                </a:solidFill>
                <a:latin typeface="PT Sans"/>
                <a:ea typeface="PT Sans"/>
                <a:cs typeface="PT Sans"/>
              </a:rPr>
              <a:t>Жетекші / Supervisor: _______________</a:t>
            </a:r>
          </a:p>
        </p:txBody>
      </p:sp>
      <p:sp>
        <p:nvSpPr>
          <p:cNvPr id="9" name="">
            <a:extLst xmlns:a="http://schemas.openxmlformats.org/drawingml/2006/main">
              <a:ext uri="{FF2B5EF4-FFF2-40B4-BE49-F238E27FC236}">
                <a16:creationId xmlns:a16="http://schemas.microsoft.com/office/drawing/2014/main" id="{B21B4407-8420-4899-9F28-7F7D8D3601BE}"/>
              </a:ext>
            </a:extLst>
          </p:cNvPr>
          <p:cNvSpPr>
            <a:spLocks xmlns:a="http://schemas.openxmlformats.org/drawingml/2006/main" noGrp="1"/>
          </p:cNvSpPr>
          <p:nvPr/>
        </p:nvSpPr>
        <p:spPr>
          <a:xfrm xmlns:a="http://schemas.openxmlformats.org/drawingml/2006/main">
            <a:off x="685800" y="6000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718079"/>
                </a:solidFill>
                <a:latin typeface="PT Sans"/>
                <a:ea typeface="PT Sans"/>
                <a:cs typeface="PT Sans"/>
              </a:defRPr>
            </a:pPr>
            <a:r>
              <a:rPr sz="1200" b="1" i="0">
                <a:solidFill>
                  <a:srgbClr val="718079"/>
                </a:solidFill>
                <a:latin typeface="PT Sans"/>
                <a:ea typeface="PT Sans"/>
                <a:cs typeface="PT Sans"/>
              </a:rPr>
              <a:t>Қазақстан · 2026</a:t>
            </a:r>
          </a:p>
        </p:txBody>
      </p:sp>
      <p:sp>
        <p:nvSpPr>
          <p:cNvPr id="10" name="">
            <a:extLst xmlns:a="http://schemas.openxmlformats.org/drawingml/2006/main">
              <a:ext uri="{FF2B5EF4-FFF2-40B4-BE49-F238E27FC236}">
                <a16:creationId xmlns:a16="http://schemas.microsoft.com/office/drawing/2014/main" id="{781AEB37-E400-4C22-AAD8-45A891FFA2C7}"/>
              </a:ext>
            </a:extLst>
          </p:cNvPr>
          <p:cNvSpPr>
            <a:spLocks xmlns:a="http://schemas.openxmlformats.org/drawingml/2006/main" noGrp="1"/>
          </p:cNvSpPr>
          <p:nvPr/>
        </p:nvSpPr>
        <p:spPr>
          <a:xfrm xmlns:a="http://schemas.openxmlformats.org/drawingml/2006/main">
            <a:off x="5429250" y="542925"/>
            <a:ext cx="6143625" cy="5772150"/>
          </a:xfrm>
          <a:prstGeom xmlns:a="http://schemas.openxmlformats.org/drawingml/2006/main" prst="roundRect">
            <a:avLst>
              <a:gd name="adj" fmla="val 5281"/>
            </a:avLst>
          </a:prstGeom>
          <a:solidFill xmlns:a="http://schemas.openxmlformats.org/drawingml/2006/main">
            <a:srgbClr val="243029"/>
          </a:solidFill>
          <a:ln xmlns:a="http://schemas.openxmlformats.org/drawingml/2006/main" w="9525">
            <a:solidFill>
              <a:srgbClr val="34443A"/>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031ff2fe67f44e6"/>
          <a:srcRect xmlns:a="http://schemas.openxmlformats.org/drawingml/2006/main" l="16705" t="0" r="16705" b="0"/>
          <a:stretch xmlns:a="http://schemas.openxmlformats.org/drawingml/2006/main">
            <a:fillRect l="0" t="0" r="0" b="0"/>
          </a:stretch>
        </p:blipFill>
        <p:spPr>
          <a:xfrm xmlns:a="http://schemas.openxmlformats.org/drawingml/2006/main">
            <a:off x="5476875" y="590550"/>
            <a:ext cx="6048375" cy="5676900"/>
          </a:xfrm>
          <a:prstGeom xmlns:a="http://schemas.openxmlformats.org/drawingml/2006/main" prst="roundRect">
            <a:avLst>
              <a:gd name="adj" fmla="val 4698"/>
            </a:avLst>
          </a:prstGeom>
        </p:spPr>
      </p:pic>
    </p:spTree>
    <p:extLst>
      <p:ext uri="{BB962C8B-B14F-4D97-AF65-F5344CB8AC3E}">
        <p14:creationId xmlns:p14="http://schemas.microsoft.com/office/powerpoint/2010/main" val="2002540432"/>
      </p:ext>
    </p:extLst>
  </p:cSld>
</p:sld>
</file>

<file path=ppt/slides/slide2.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BBC2363-BCDF-4082-B854-10F7F9EFD8C6}"/>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17221D"/>
                </a:solidFill>
                <a:latin typeface="PT Sans"/>
                <a:ea typeface="PT Sans"/>
                <a:cs typeface="PT Sans"/>
              </a:defRPr>
            </a:pPr>
            <a:r>
              <a:rPr sz="3225" b="1" i="0">
                <a:solidFill>
                  <a:srgbClr val="17221D"/>
                </a:solidFill>
                <a:latin typeface="PT Sans"/>
                <a:ea typeface="PT Sans"/>
                <a:cs typeface="PT Sans"/>
              </a:rPr>
              <a:t>Зерттеу мәселесі</a:t>
            </a:r>
          </a:p>
        </p:txBody>
      </p:sp>
      <p:sp>
        <p:nvSpPr>
          <p:cNvPr id="2" name="">
            <a:extLst xmlns:a="http://schemas.openxmlformats.org/drawingml/2006/main">
              <a:ext uri="{FF2B5EF4-FFF2-40B4-BE49-F238E27FC236}">
                <a16:creationId xmlns:a16="http://schemas.microsoft.com/office/drawing/2014/main" id="{7E711DC0-05E8-4A2E-B483-66A82EE04198}"/>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68736C"/>
                </a:solidFill>
                <a:latin typeface="PT Sans"/>
                <a:ea typeface="PT Sans"/>
                <a:cs typeface="PT Sans"/>
              </a:defRPr>
            </a:pPr>
            <a:r>
              <a:rPr sz="1350" b="0" i="0">
                <a:solidFill>
                  <a:srgbClr val="68736C"/>
                </a:solidFill>
                <a:latin typeface="PT Sans"/>
                <a:ea typeface="PT Sans"/>
                <a:cs typeface="PT Sans"/>
              </a:rPr>
              <a:t>Research problem</a:t>
            </a:r>
          </a:p>
        </p:txBody>
      </p:sp>
      <p:sp>
        <p:nvSpPr>
          <p:cNvPr id="3" name="">
            <a:extLst xmlns:a="http://schemas.openxmlformats.org/drawingml/2006/main">
              <a:ext uri="{FF2B5EF4-FFF2-40B4-BE49-F238E27FC236}">
                <a16:creationId xmlns:a16="http://schemas.microsoft.com/office/drawing/2014/main" id="{76628F2B-A35C-4D3A-926E-9510B04DB78A}"/>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02</a:t>
            </a:r>
          </a:p>
        </p:txBody>
      </p:sp>
      <p:sp>
        <p:nvSpPr>
          <p:cNvPr id="4" name="">
            <a:extLst xmlns:a="http://schemas.openxmlformats.org/drawingml/2006/main">
              <a:ext uri="{FF2B5EF4-FFF2-40B4-BE49-F238E27FC236}">
                <a16:creationId xmlns:a16="http://schemas.microsoft.com/office/drawing/2014/main" id="{081C7D8B-4402-4424-B73B-DD016415794E}"/>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D3D7CE"/>
            </a:solidFill>
            <a:prstDash val="solid"/>
          </a:ln>
        </p:spPr>
      </p:sp>
      <p:sp>
        <p:nvSpPr>
          <p:cNvPr id="5" name="">
            <a:extLst xmlns:a="http://schemas.openxmlformats.org/drawingml/2006/main">
              <a:ext uri="{FF2B5EF4-FFF2-40B4-BE49-F238E27FC236}">
                <a16:creationId xmlns:a16="http://schemas.microsoft.com/office/drawing/2014/main" id="{9BD33E2D-7A3D-448B-A3FD-14F8C88A5D3C}"/>
              </a:ext>
            </a:extLst>
          </p:cNvPr>
          <p:cNvSpPr>
            <a:spLocks xmlns:a="http://schemas.openxmlformats.org/drawingml/2006/main" noGrp="1"/>
          </p:cNvSpPr>
          <p:nvPr/>
        </p:nvSpPr>
        <p:spPr>
          <a:xfrm xmlns:a="http://schemas.openxmlformats.org/drawingml/2006/main">
            <a:off x="685800" y="15430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i="0">
                <a:solidFill>
                  <a:srgbClr val="17221D"/>
                </a:solidFill>
                <a:latin typeface="PT Sans"/>
                <a:ea typeface="PT Sans"/>
                <a:cs typeface="PT Sans"/>
              </a:defRPr>
            </a:pPr>
            <a:r>
              <a:rPr sz="2700" b="1" i="0">
                <a:solidFill>
                  <a:srgbClr val="17221D"/>
                </a:solidFill>
                <a:latin typeface="PT Sans"/>
                <a:ea typeface="PT Sans"/>
                <a:cs typeface="PT Sans"/>
              </a:rPr>
              <a:t>Әнді жиі тыңдау тілдік нәтижені автоматты түрде қалыптастырмайды</a:t>
            </a:r>
          </a:p>
        </p:txBody>
      </p:sp>
      <p:sp>
        <p:nvSpPr>
          <p:cNvPr id="6" name="">
            <a:extLst xmlns:a="http://schemas.openxmlformats.org/drawingml/2006/main">
              <a:ext uri="{FF2B5EF4-FFF2-40B4-BE49-F238E27FC236}">
                <a16:creationId xmlns:a16="http://schemas.microsoft.com/office/drawing/2014/main" id="{C1371343-3F57-4451-9A97-D7E46774F0BA}"/>
              </a:ext>
            </a:extLst>
          </p:cNvPr>
          <p:cNvSpPr>
            <a:spLocks xmlns:a="http://schemas.openxmlformats.org/drawingml/2006/main" noGrp="1"/>
          </p:cNvSpPr>
          <p:nvPr/>
        </p:nvSpPr>
        <p:spPr>
          <a:xfrm xmlns:a="http://schemas.openxmlformats.org/drawingml/2006/main">
            <a:off x="685800" y="2724150"/>
            <a:ext cx="2857500" cy="2266950"/>
          </a:xfrm>
          <a:prstGeom xmlns:a="http://schemas.openxmlformats.org/drawingml/2006/main" prst="roundRect">
            <a:avLst>
              <a:gd name="adj" fmla="val 10084"/>
            </a:avLst>
          </a:prstGeom>
          <a:solidFill xmlns:a="http://schemas.openxmlformats.org/drawingml/2006/main">
            <a:srgbClr val="FBFCF7"/>
          </a:solidFill>
          <a:ln xmlns:a="http://schemas.openxmlformats.org/drawingml/2006/main" w="9525">
            <a:solidFill>
              <a:srgbClr val="D7DBD2"/>
            </a:solidFill>
            <a:prstDash val="solid"/>
          </a:ln>
        </p:spPr>
      </p:sp>
      <p:sp>
        <p:nvSpPr>
          <p:cNvPr id="7" name="">
            <a:extLst xmlns:a="http://schemas.openxmlformats.org/drawingml/2006/main">
              <a:ext uri="{FF2B5EF4-FFF2-40B4-BE49-F238E27FC236}">
                <a16:creationId xmlns:a16="http://schemas.microsoft.com/office/drawing/2014/main" id="{5EC4EECE-621B-4208-BC5F-FE793EB03ECF}"/>
              </a:ext>
            </a:extLst>
          </p:cNvPr>
          <p:cNvSpPr>
            <a:spLocks xmlns:a="http://schemas.openxmlformats.org/drawingml/2006/main" noGrp="1"/>
          </p:cNvSpPr>
          <p:nvPr/>
        </p:nvSpPr>
        <p:spPr>
          <a:xfrm xmlns:a="http://schemas.openxmlformats.org/drawingml/2006/main">
            <a:off x="914400" y="29527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83B6FF"/>
                </a:solidFill>
                <a:latin typeface="PT Sans"/>
                <a:ea typeface="PT Sans"/>
                <a:cs typeface="PT Sans"/>
              </a:defRPr>
            </a:pPr>
            <a:r>
              <a:rPr sz="1650" b="1" i="0">
                <a:solidFill>
                  <a:srgbClr val="83B6FF"/>
                </a:solidFill>
                <a:latin typeface="PT Sans"/>
                <a:ea typeface="PT Sans"/>
                <a:cs typeface="PT Sans"/>
              </a:rPr>
              <a:t>01</a:t>
            </a:r>
          </a:p>
        </p:txBody>
      </p:sp>
      <p:sp>
        <p:nvSpPr>
          <p:cNvPr id="8" name="">
            <a:extLst xmlns:a="http://schemas.openxmlformats.org/drawingml/2006/main">
              <a:ext uri="{FF2B5EF4-FFF2-40B4-BE49-F238E27FC236}">
                <a16:creationId xmlns:a16="http://schemas.microsoft.com/office/drawing/2014/main" id="{A9FAED1E-9E3E-4C70-AB1F-E29B582E28BA}"/>
              </a:ext>
            </a:extLst>
          </p:cNvPr>
          <p:cNvSpPr>
            <a:spLocks xmlns:a="http://schemas.openxmlformats.org/drawingml/2006/main" noGrp="1"/>
          </p:cNvSpPr>
          <p:nvPr/>
        </p:nvSpPr>
        <p:spPr>
          <a:xfrm xmlns:a="http://schemas.openxmlformats.org/drawingml/2006/main">
            <a:off x="914400" y="342900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17221D"/>
                </a:solidFill>
                <a:latin typeface="PT Sans"/>
                <a:ea typeface="PT Sans"/>
                <a:cs typeface="PT Sans"/>
              </a:defRPr>
            </a:pPr>
            <a:r>
              <a:rPr sz="2100" b="1" i="0">
                <a:solidFill>
                  <a:srgbClr val="17221D"/>
                </a:solidFill>
                <a:latin typeface="PT Sans"/>
                <a:ea typeface="PT Sans"/>
                <a:cs typeface="PT Sans"/>
              </a:rPr>
              <a:t>Тыңдау</a:t>
            </a:r>
          </a:p>
        </p:txBody>
      </p:sp>
      <p:sp>
        <p:nvSpPr>
          <p:cNvPr id="9" name="">
            <a:extLst xmlns:a="http://schemas.openxmlformats.org/drawingml/2006/main">
              <a:ext uri="{FF2B5EF4-FFF2-40B4-BE49-F238E27FC236}">
                <a16:creationId xmlns:a16="http://schemas.microsoft.com/office/drawing/2014/main" id="{D89025D3-1C4B-4498-AB36-9AE11F58C16D}"/>
              </a:ext>
            </a:extLst>
          </p:cNvPr>
          <p:cNvSpPr>
            <a:spLocks xmlns:a="http://schemas.openxmlformats.org/drawingml/2006/main" noGrp="1"/>
          </p:cNvSpPr>
          <p:nvPr/>
        </p:nvSpPr>
        <p:spPr>
          <a:xfrm xmlns:a="http://schemas.openxmlformats.org/drawingml/2006/main">
            <a:off x="914400" y="3924300"/>
            <a:ext cx="2400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68736C"/>
                </a:solidFill>
                <a:latin typeface="PT Sans"/>
                <a:ea typeface="PT Sans"/>
                <a:cs typeface="PT Sans"/>
              </a:defRPr>
            </a:pPr>
            <a:r>
              <a:rPr sz="1500" b="0" i="0">
                <a:solidFill>
                  <a:srgbClr val="68736C"/>
                </a:solidFill>
                <a:latin typeface="PT Sans"/>
                <a:ea typeface="PT Sans"/>
                <a:cs typeface="PT Sans"/>
              </a:rPr>
              <a:t>Жасөспірім әуенді және қайырманы таниды.</a:t>
            </a:r>
          </a:p>
        </p:txBody>
      </p:sp>
      <p:sp>
        <p:nvSpPr>
          <p:cNvPr id="10" name="">
            <a:extLst xmlns:a="http://schemas.openxmlformats.org/drawingml/2006/main">
              <a:ext uri="{FF2B5EF4-FFF2-40B4-BE49-F238E27FC236}">
                <a16:creationId xmlns:a16="http://schemas.microsoft.com/office/drawing/2014/main" id="{B071336C-7353-466C-BEB4-81294440C2B4}"/>
              </a:ext>
            </a:extLst>
          </p:cNvPr>
          <p:cNvSpPr>
            <a:spLocks xmlns:a="http://schemas.openxmlformats.org/drawingml/2006/main" noGrp="1"/>
          </p:cNvSpPr>
          <p:nvPr/>
        </p:nvSpPr>
        <p:spPr>
          <a:xfrm xmlns:a="http://schemas.openxmlformats.org/drawingml/2006/main">
            <a:off x="4000500" y="2724150"/>
            <a:ext cx="2857500" cy="2266950"/>
          </a:xfrm>
          <a:prstGeom xmlns:a="http://schemas.openxmlformats.org/drawingml/2006/main" prst="roundRect">
            <a:avLst>
              <a:gd name="adj" fmla="val 10084"/>
            </a:avLst>
          </a:prstGeom>
          <a:solidFill xmlns:a="http://schemas.openxmlformats.org/drawingml/2006/main">
            <a:srgbClr val="FBFCF7"/>
          </a:solidFill>
          <a:ln xmlns:a="http://schemas.openxmlformats.org/drawingml/2006/main" w="9525">
            <a:solidFill>
              <a:srgbClr val="D7DBD2"/>
            </a:solidFill>
            <a:prstDash val="solid"/>
          </a:ln>
        </p:spPr>
      </p:sp>
      <p:sp>
        <p:nvSpPr>
          <p:cNvPr id="11" name="">
            <a:extLst xmlns:a="http://schemas.openxmlformats.org/drawingml/2006/main">
              <a:ext uri="{FF2B5EF4-FFF2-40B4-BE49-F238E27FC236}">
                <a16:creationId xmlns:a16="http://schemas.microsoft.com/office/drawing/2014/main" id="{410C14F3-8319-47F6-9C46-3A137EB893C1}"/>
              </a:ext>
            </a:extLst>
          </p:cNvPr>
          <p:cNvSpPr>
            <a:spLocks xmlns:a="http://schemas.openxmlformats.org/drawingml/2006/main" noGrp="1"/>
          </p:cNvSpPr>
          <p:nvPr/>
        </p:nvSpPr>
        <p:spPr>
          <a:xfrm xmlns:a="http://schemas.openxmlformats.org/drawingml/2006/main">
            <a:off x="4229100" y="29527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B69BFF"/>
                </a:solidFill>
                <a:latin typeface="PT Sans"/>
                <a:ea typeface="PT Sans"/>
                <a:cs typeface="PT Sans"/>
              </a:defRPr>
            </a:pPr>
            <a:r>
              <a:rPr sz="1650" b="1" i="0">
                <a:solidFill>
                  <a:srgbClr val="B69BFF"/>
                </a:solidFill>
                <a:latin typeface="PT Sans"/>
                <a:ea typeface="PT Sans"/>
                <a:cs typeface="PT Sans"/>
              </a:rPr>
              <a:t>02</a:t>
            </a:r>
          </a:p>
        </p:txBody>
      </p:sp>
      <p:sp>
        <p:nvSpPr>
          <p:cNvPr id="12" name="">
            <a:extLst xmlns:a="http://schemas.openxmlformats.org/drawingml/2006/main">
              <a:ext uri="{FF2B5EF4-FFF2-40B4-BE49-F238E27FC236}">
                <a16:creationId xmlns:a16="http://schemas.microsoft.com/office/drawing/2014/main" id="{00CC220C-26B8-40E0-B5B3-2AF761A3B7BF}"/>
              </a:ext>
            </a:extLst>
          </p:cNvPr>
          <p:cNvSpPr>
            <a:spLocks xmlns:a="http://schemas.openxmlformats.org/drawingml/2006/main" noGrp="1"/>
          </p:cNvSpPr>
          <p:nvPr/>
        </p:nvSpPr>
        <p:spPr>
          <a:xfrm xmlns:a="http://schemas.openxmlformats.org/drawingml/2006/main">
            <a:off x="4229100" y="342900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17221D"/>
                </a:solidFill>
                <a:latin typeface="PT Sans"/>
                <a:ea typeface="PT Sans"/>
                <a:cs typeface="PT Sans"/>
              </a:defRPr>
            </a:pPr>
            <a:r>
              <a:rPr sz="2100" b="1" i="0">
                <a:solidFill>
                  <a:srgbClr val="17221D"/>
                </a:solidFill>
                <a:latin typeface="PT Sans"/>
                <a:ea typeface="PT Sans"/>
                <a:cs typeface="PT Sans"/>
              </a:rPr>
              <a:t>Түсіну алшақтығы</a:t>
            </a:r>
          </a:p>
        </p:txBody>
      </p:sp>
      <p:sp>
        <p:nvSpPr>
          <p:cNvPr id="13" name="">
            <a:extLst xmlns:a="http://schemas.openxmlformats.org/drawingml/2006/main">
              <a:ext uri="{FF2B5EF4-FFF2-40B4-BE49-F238E27FC236}">
                <a16:creationId xmlns:a16="http://schemas.microsoft.com/office/drawing/2014/main" id="{F5145DC3-D86F-46D8-8B7F-3686DDAAFA77}"/>
              </a:ext>
            </a:extLst>
          </p:cNvPr>
          <p:cNvSpPr>
            <a:spLocks xmlns:a="http://schemas.openxmlformats.org/drawingml/2006/main" noGrp="1"/>
          </p:cNvSpPr>
          <p:nvPr/>
        </p:nvSpPr>
        <p:spPr>
          <a:xfrm xmlns:a="http://schemas.openxmlformats.org/drawingml/2006/main">
            <a:off x="4229100" y="3924300"/>
            <a:ext cx="2400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68736C"/>
                </a:solidFill>
                <a:latin typeface="PT Sans"/>
                <a:ea typeface="PT Sans"/>
                <a:cs typeface="PT Sans"/>
              </a:defRPr>
            </a:pPr>
            <a:r>
              <a:rPr sz="1500" b="0" i="0">
                <a:solidFill>
                  <a:srgbClr val="68736C"/>
                </a:solidFill>
                <a:latin typeface="PT Sans"/>
                <a:ea typeface="PT Sans"/>
                <a:cs typeface="PT Sans"/>
              </a:rPr>
              <a:t>Жаңа сөз, сленг, регистр және мәдени контекст назардан тыс қалады.</a:t>
            </a:r>
          </a:p>
        </p:txBody>
      </p:sp>
      <p:sp>
        <p:nvSpPr>
          <p:cNvPr id="14" name="">
            <a:extLst xmlns:a="http://schemas.openxmlformats.org/drawingml/2006/main">
              <a:ext uri="{FF2B5EF4-FFF2-40B4-BE49-F238E27FC236}">
                <a16:creationId xmlns:a16="http://schemas.microsoft.com/office/drawing/2014/main" id="{B56DEDBC-DB54-4DBC-88D3-1313D1E41E54}"/>
              </a:ext>
            </a:extLst>
          </p:cNvPr>
          <p:cNvSpPr>
            <a:spLocks xmlns:a="http://schemas.openxmlformats.org/drawingml/2006/main" noGrp="1"/>
          </p:cNvSpPr>
          <p:nvPr/>
        </p:nvSpPr>
        <p:spPr>
          <a:xfrm xmlns:a="http://schemas.openxmlformats.org/drawingml/2006/main">
            <a:off x="7315200" y="2724150"/>
            <a:ext cx="2857500" cy="2266950"/>
          </a:xfrm>
          <a:prstGeom xmlns:a="http://schemas.openxmlformats.org/drawingml/2006/main" prst="roundRect">
            <a:avLst>
              <a:gd name="adj" fmla="val 10084"/>
            </a:avLst>
          </a:prstGeom>
          <a:solidFill xmlns:a="http://schemas.openxmlformats.org/drawingml/2006/main">
            <a:srgbClr val="FBFCF7"/>
          </a:solidFill>
          <a:ln xmlns:a="http://schemas.openxmlformats.org/drawingml/2006/main" w="9525">
            <a:solidFill>
              <a:srgbClr val="D7DBD2"/>
            </a:solidFill>
            <a:prstDash val="solid"/>
          </a:ln>
        </p:spPr>
      </p:sp>
      <p:sp>
        <p:nvSpPr>
          <p:cNvPr id="15" name="">
            <a:extLst xmlns:a="http://schemas.openxmlformats.org/drawingml/2006/main">
              <a:ext uri="{FF2B5EF4-FFF2-40B4-BE49-F238E27FC236}">
                <a16:creationId xmlns:a16="http://schemas.microsoft.com/office/drawing/2014/main" id="{1526126C-0E7F-438A-A081-DE859DB89BF1}"/>
              </a:ext>
            </a:extLst>
          </p:cNvPr>
          <p:cNvSpPr>
            <a:spLocks xmlns:a="http://schemas.openxmlformats.org/drawingml/2006/main" noGrp="1"/>
          </p:cNvSpPr>
          <p:nvPr/>
        </p:nvSpPr>
        <p:spPr>
          <a:xfrm xmlns:a="http://schemas.openxmlformats.org/drawingml/2006/main">
            <a:off x="7543800" y="29527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FF8B7A"/>
                </a:solidFill>
                <a:latin typeface="PT Sans"/>
                <a:ea typeface="PT Sans"/>
                <a:cs typeface="PT Sans"/>
              </a:defRPr>
            </a:pPr>
            <a:r>
              <a:rPr sz="1650" b="1" i="0">
                <a:solidFill>
                  <a:srgbClr val="FF8B7A"/>
                </a:solidFill>
                <a:latin typeface="PT Sans"/>
                <a:ea typeface="PT Sans"/>
                <a:cs typeface="PT Sans"/>
              </a:rPr>
              <a:t>03</a:t>
            </a:r>
          </a:p>
        </p:txBody>
      </p:sp>
      <p:sp>
        <p:nvSpPr>
          <p:cNvPr id="16" name="">
            <a:extLst xmlns:a="http://schemas.openxmlformats.org/drawingml/2006/main">
              <a:ext uri="{FF2B5EF4-FFF2-40B4-BE49-F238E27FC236}">
                <a16:creationId xmlns:a16="http://schemas.microsoft.com/office/drawing/2014/main" id="{F5B48A59-0F85-4EBB-BE2B-0E432AF606C8}"/>
              </a:ext>
            </a:extLst>
          </p:cNvPr>
          <p:cNvSpPr>
            <a:spLocks xmlns:a="http://schemas.openxmlformats.org/drawingml/2006/main" noGrp="1"/>
          </p:cNvSpPr>
          <p:nvPr/>
        </p:nvSpPr>
        <p:spPr>
          <a:xfrm xmlns:a="http://schemas.openxmlformats.org/drawingml/2006/main">
            <a:off x="7543800" y="342900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17221D"/>
                </a:solidFill>
                <a:latin typeface="PT Sans"/>
                <a:ea typeface="PT Sans"/>
                <a:cs typeface="PT Sans"/>
              </a:defRPr>
            </a:pPr>
            <a:r>
              <a:rPr sz="2100" b="1" i="0">
                <a:solidFill>
                  <a:srgbClr val="17221D"/>
                </a:solidFill>
                <a:latin typeface="PT Sans"/>
                <a:ea typeface="PT Sans"/>
                <a:cs typeface="PT Sans"/>
              </a:rPr>
              <a:t>Өлшеу мәселесі</a:t>
            </a:r>
          </a:p>
        </p:txBody>
      </p:sp>
      <p:sp>
        <p:nvSpPr>
          <p:cNvPr id="17" name="">
            <a:extLst xmlns:a="http://schemas.openxmlformats.org/drawingml/2006/main">
              <a:ext uri="{FF2B5EF4-FFF2-40B4-BE49-F238E27FC236}">
                <a16:creationId xmlns:a16="http://schemas.microsoft.com/office/drawing/2014/main" id="{A28E3CAE-B8C4-45E4-B2AB-AC17C968C74E}"/>
              </a:ext>
            </a:extLst>
          </p:cNvPr>
          <p:cNvSpPr>
            <a:spLocks xmlns:a="http://schemas.openxmlformats.org/drawingml/2006/main" noGrp="1"/>
          </p:cNvSpPr>
          <p:nvPr/>
        </p:nvSpPr>
        <p:spPr>
          <a:xfrm xmlns:a="http://schemas.openxmlformats.org/drawingml/2006/main">
            <a:off x="7543800" y="3924300"/>
            <a:ext cx="2400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68736C"/>
                </a:solidFill>
                <a:latin typeface="PT Sans"/>
                <a:ea typeface="PT Sans"/>
                <a:cs typeface="PT Sans"/>
              </a:defRPr>
            </a:pPr>
            <a:r>
              <a:rPr sz="1500" b="0" i="0">
                <a:solidFill>
                  <a:srgbClr val="68736C"/>
                </a:solidFill>
                <a:latin typeface="PT Sans"/>
                <a:ea typeface="PT Sans"/>
                <a:cs typeface="PT Sans"/>
              </a:rPr>
              <a:t>Пассивті әсерді vocabulary, listening және speaking өсімімен байланыстыру қиын.</a:t>
            </a:r>
          </a:p>
        </p:txBody>
      </p:sp>
      <p:cxnSp>
        <p:nvCxnSpPr>
          <p:cNvPr id="41" name=""/>
          <p:cNvCxnSpPr>
            <a:stCxn xmlns:a="http://schemas.openxmlformats.org/drawingml/2006/main" id="6" idx="3"/>
            <a:endCxn xmlns:a="http://schemas.openxmlformats.org/drawingml/2006/main" id="10" idx="1"/>
          </p:cNvCxnSpPr>
          <p:nvPr/>
        </p:nvCxnSpPr>
        <p:spPr>
          <a:xfrm xmlns:a="http://schemas.openxmlformats.org/drawingml/2006/main">
            <a:off x="3543300" y="3857625"/>
            <a:ext cx="457200" cy="0"/>
          </a:xfrm>
          <a:prstGeom xmlns:a="http://schemas.openxmlformats.org/drawingml/2006/main" prst="straightConnector1">
            <a:avLst/>
          </a:prstGeom>
          <a:ln xmlns:a="http://schemas.openxmlformats.org/drawingml/2006/main" w="19050">
            <a:solidFill>
              <a:srgbClr val="9BA49E"/>
            </a:solidFill>
            <a:prstDash val="solid"/>
            <a:tailEnd type="triangle" w="sm" len="sm"/>
          </a:ln>
        </p:spPr>
      </p:cxnSp>
      <p:cxnSp>
        <p:nvCxnSpPr>
          <p:cNvPr id="42" name=""/>
          <p:cNvCxnSpPr>
            <a:stCxn xmlns:a="http://schemas.openxmlformats.org/drawingml/2006/main" id="10" idx="3"/>
            <a:endCxn xmlns:a="http://schemas.openxmlformats.org/drawingml/2006/main" id="14" idx="1"/>
          </p:cNvCxnSpPr>
          <p:nvPr/>
        </p:nvCxnSpPr>
        <p:spPr>
          <a:xfrm xmlns:a="http://schemas.openxmlformats.org/drawingml/2006/main">
            <a:off x="6858000" y="3857625"/>
            <a:ext cx="457200" cy="0"/>
          </a:xfrm>
          <a:prstGeom xmlns:a="http://schemas.openxmlformats.org/drawingml/2006/main" prst="straightConnector1">
            <a:avLst/>
          </a:prstGeom>
          <a:ln xmlns:a="http://schemas.openxmlformats.org/drawingml/2006/main" w="19050">
            <a:solidFill>
              <a:srgbClr val="9BA49E"/>
            </a:solidFill>
            <a:prstDash val="solid"/>
            <a:tailEnd type="triangle" w="sm" len="sm"/>
          </a:ln>
        </p:spPr>
      </p:cxnSp>
      <p:sp>
        <p:nvSpPr>
          <p:cNvPr id="20" name="">
            <a:extLst xmlns:a="http://schemas.openxmlformats.org/drawingml/2006/main">
              <a:ext uri="{FF2B5EF4-FFF2-40B4-BE49-F238E27FC236}">
                <a16:creationId xmlns:a16="http://schemas.microsoft.com/office/drawing/2014/main" id="{30EF3084-0E16-4ECB-B06B-775188E1CC7F}"/>
              </a:ext>
            </a:extLst>
          </p:cNvPr>
          <p:cNvSpPr>
            <a:spLocks xmlns:a="http://schemas.openxmlformats.org/drawingml/2006/main" noGrp="1"/>
          </p:cNvSpPr>
          <p:nvPr/>
        </p:nvSpPr>
        <p:spPr>
          <a:xfrm xmlns:a="http://schemas.openxmlformats.org/drawingml/2006/main">
            <a:off x="685800" y="5391150"/>
            <a:ext cx="9486900" cy="723900"/>
          </a:xfrm>
          <a:prstGeom xmlns:a="http://schemas.openxmlformats.org/drawingml/2006/main" prst="roundRect">
            <a:avLst>
              <a:gd name="adj" fmla="val 23684"/>
            </a:avLst>
          </a:prstGeom>
          <a:solidFill xmlns:a="http://schemas.openxmlformats.org/drawingml/2006/main">
            <a:srgbClr val="10191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F6011AC-37CA-4BFF-A745-3C15ED32B089}"/>
              </a:ext>
            </a:extLst>
          </p:cNvPr>
          <p:cNvSpPr>
            <a:spLocks xmlns:a="http://schemas.openxmlformats.org/drawingml/2006/main" noGrp="1"/>
          </p:cNvSpPr>
          <p:nvPr/>
        </p:nvSpPr>
        <p:spPr>
          <a:xfrm xmlns:a="http://schemas.openxmlformats.org/drawingml/2006/main">
            <a:off x="933450" y="5562600"/>
            <a:ext cx="899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i="0">
                <a:solidFill>
                  <a:srgbClr val="FBFCF7"/>
                </a:solidFill>
                <a:latin typeface="PT Sans"/>
                <a:ea typeface="PT Sans"/>
                <a:cs typeface="PT Sans"/>
              </a:defRPr>
            </a:pPr>
            <a:r>
              <a:rPr sz="1725" b="1" i="0">
                <a:solidFill>
                  <a:srgbClr val="FBFCF7"/>
                </a:solidFill>
                <a:latin typeface="PT Sans"/>
                <a:ea typeface="PT Sans"/>
                <a:cs typeface="PT Sans"/>
              </a:rPr>
              <a:t>Зерттеу міндеті: пассивті тыңдауды бақыланатын және өлшенетін оқу әрекетіне айналдыру</a:t>
            </a:r>
          </a:p>
        </p:txBody>
      </p:sp>
      <p:sp>
        <p:nvSpPr>
          <p:cNvPr id="22" name="">
            <a:extLst xmlns:a="http://schemas.openxmlformats.org/drawingml/2006/main">
              <a:ext uri="{FF2B5EF4-FFF2-40B4-BE49-F238E27FC236}">
                <a16:creationId xmlns:a16="http://schemas.microsoft.com/office/drawing/2014/main" id="{A97E49D7-C3AC-489F-B736-49E34101CF50}"/>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8A938D"/>
                </a:solidFill>
                <a:latin typeface="PT Sans"/>
                <a:ea typeface="PT Sans"/>
                <a:cs typeface="PT Sans"/>
              </a:defRPr>
            </a:pPr>
            <a:r>
              <a:rPr sz="975" b="1" i="0">
                <a:solidFill>
                  <a:srgbClr val="8A938D"/>
                </a:solidFill>
                <a:latin typeface="PT Sans"/>
                <a:ea typeface="PT Sans"/>
                <a:cs typeface="PT Sans"/>
              </a:rPr>
              <a:t>SONORA · ҒЫЛЫМИ ЖОБА</a:t>
            </a:r>
          </a:p>
        </p:txBody>
      </p:sp>
      <p:sp>
        <p:nvSpPr>
          <p:cNvPr id="23" name="">
            <a:extLst xmlns:a="http://schemas.openxmlformats.org/drawingml/2006/main">
              <a:ext uri="{FF2B5EF4-FFF2-40B4-BE49-F238E27FC236}">
                <a16:creationId xmlns:a16="http://schemas.microsoft.com/office/drawing/2014/main" id="{85493526-1CFD-451F-B622-72096A13E961}"/>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8A938D"/>
                </a:solidFill>
                <a:latin typeface="PT Sans"/>
                <a:ea typeface="PT Sans"/>
                <a:cs typeface="PT Sans"/>
              </a:defRPr>
            </a:pPr>
            <a:r>
              <a:rPr sz="975" b="0" i="0">
                <a:solidFill>
                  <a:srgbClr val="8A938D"/>
                </a:solidFill>
                <a:latin typeface="PT Sans"/>
                <a:ea typeface="PT Sans"/>
                <a:cs typeface="PT Sans"/>
              </a:rPr>
              <a:t>2 / 12</a:t>
            </a:r>
          </a:p>
        </p:txBody>
      </p:sp>
    </p:spTree>
    <p:extLst>
      <p:ext uri="{BB962C8B-B14F-4D97-AF65-F5344CB8AC3E}">
        <p14:creationId xmlns:p14="http://schemas.microsoft.com/office/powerpoint/2010/main" val="1895124627"/>
      </p:ext>
    </p:extLst>
  </p:cSld>
</p:sld>
</file>

<file path=ppt/slides/slide3.xml><?xml version="1.0" encoding="utf-8"?>
<p:sld xmlns:p="http://schemas.openxmlformats.org/presentationml/2006/main">
  <p:cSld>
    <p:bg>
      <p:bgPr>
        <a:solidFill xmlns:a="http://schemas.openxmlformats.org/drawingml/2006/main">
          <a:srgbClr val="08100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4C9B478-328A-4774-A369-7066AA90E62C}"/>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FBFCF7"/>
                </a:solidFill>
                <a:latin typeface="PT Sans"/>
                <a:ea typeface="PT Sans"/>
                <a:cs typeface="PT Sans"/>
              </a:defRPr>
            </a:pPr>
            <a:r>
              <a:rPr sz="3225" b="1" i="0">
                <a:solidFill>
                  <a:srgbClr val="FBFCF7"/>
                </a:solidFill>
                <a:latin typeface="PT Sans"/>
                <a:ea typeface="PT Sans"/>
                <a:cs typeface="PT Sans"/>
              </a:rPr>
              <a:t>Зерттеу сұрағы</a:t>
            </a:r>
          </a:p>
        </p:txBody>
      </p:sp>
      <p:sp>
        <p:nvSpPr>
          <p:cNvPr id="2" name="">
            <a:extLst xmlns:a="http://schemas.openxmlformats.org/drawingml/2006/main">
              <a:ext uri="{FF2B5EF4-FFF2-40B4-BE49-F238E27FC236}">
                <a16:creationId xmlns:a16="http://schemas.microsoft.com/office/drawing/2014/main" id="{55A80052-59A0-41DE-9B8D-C2332B6FC556}"/>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Research question</a:t>
            </a:r>
          </a:p>
        </p:txBody>
      </p:sp>
      <p:sp>
        <p:nvSpPr>
          <p:cNvPr id="3" name="">
            <a:extLst xmlns:a="http://schemas.openxmlformats.org/drawingml/2006/main">
              <a:ext uri="{FF2B5EF4-FFF2-40B4-BE49-F238E27FC236}">
                <a16:creationId xmlns:a16="http://schemas.microsoft.com/office/drawing/2014/main" id="{DECA6863-2939-48DA-A083-5712AFB59FDD}"/>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D8FF63"/>
                </a:solidFill>
                <a:latin typeface="PT Sans"/>
                <a:ea typeface="PT Sans"/>
                <a:cs typeface="PT Sans"/>
              </a:defRPr>
            </a:pPr>
            <a:r>
              <a:rPr sz="1425" b="1" i="0">
                <a:solidFill>
                  <a:srgbClr val="D8FF63"/>
                </a:solidFill>
                <a:latin typeface="PT Sans"/>
                <a:ea typeface="PT Sans"/>
                <a:cs typeface="PT Sans"/>
              </a:rPr>
              <a:t>03</a:t>
            </a:r>
          </a:p>
        </p:txBody>
      </p:sp>
      <p:sp>
        <p:nvSpPr>
          <p:cNvPr id="4" name="">
            <a:extLst xmlns:a="http://schemas.openxmlformats.org/drawingml/2006/main">
              <a:ext uri="{FF2B5EF4-FFF2-40B4-BE49-F238E27FC236}">
                <a16:creationId xmlns:a16="http://schemas.microsoft.com/office/drawing/2014/main" id="{AFC5E8A1-AC4C-494A-B84C-4D931E4368A5}"/>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2B3730"/>
            </a:solidFill>
            <a:prstDash val="solid"/>
          </a:ln>
        </p:spPr>
      </p:sp>
      <p:sp>
        <p:nvSpPr>
          <p:cNvPr id="5" name="">
            <a:extLst xmlns:a="http://schemas.openxmlformats.org/drawingml/2006/main">
              <a:ext uri="{FF2B5EF4-FFF2-40B4-BE49-F238E27FC236}">
                <a16:creationId xmlns:a16="http://schemas.microsoft.com/office/drawing/2014/main" id="{8B005DCE-5E08-478B-ADA4-4F31A7C3348E}"/>
              </a:ext>
            </a:extLst>
          </p:cNvPr>
          <p:cNvSpPr>
            <a:spLocks xmlns:a="http://schemas.openxmlformats.org/drawingml/2006/main" noGrp="1"/>
          </p:cNvSpPr>
          <p:nvPr/>
        </p:nvSpPr>
        <p:spPr>
          <a:xfrm xmlns:a="http://schemas.openxmlformats.org/drawingml/2006/main">
            <a:off x="685800" y="1562100"/>
            <a:ext cx="1657350" cy="323850"/>
          </a:xfrm>
          <a:prstGeom xmlns:a="http://schemas.openxmlformats.org/drawingml/2006/main" prst="roundRect">
            <a:avLst>
              <a:gd name="adj" fmla="val 50000"/>
            </a:avLst>
          </a:prstGeom>
          <a:solidFill xmlns:a="http://schemas.openxmlformats.org/drawingml/2006/main">
            <a:srgbClr val="D8FF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5401550-A9CA-4F24-9125-AB0E93C7338B}"/>
              </a:ext>
            </a:extLst>
          </p:cNvPr>
          <p:cNvSpPr>
            <a:spLocks xmlns:a="http://schemas.openxmlformats.org/drawingml/2006/main" noGrp="1"/>
          </p:cNvSpPr>
          <p:nvPr/>
        </p:nvSpPr>
        <p:spPr>
          <a:xfrm xmlns:a="http://schemas.openxmlformats.org/drawingml/2006/main">
            <a:off x="781050" y="1609725"/>
            <a:ext cx="1466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8100D"/>
                </a:solidFill>
                <a:latin typeface="PT Sans"/>
                <a:ea typeface="PT Sans"/>
                <a:cs typeface="PT Sans"/>
              </a:defRPr>
            </a:pPr>
            <a:r>
              <a:rPr sz="1050" b="1" i="0">
                <a:solidFill>
                  <a:srgbClr val="08100D"/>
                </a:solidFill>
                <a:latin typeface="PT Sans"/>
                <a:ea typeface="PT Sans"/>
                <a:cs typeface="PT Sans"/>
              </a:rPr>
              <a:t>4 АПТА · 4 WEEKS</a:t>
            </a:r>
          </a:p>
        </p:txBody>
      </p:sp>
      <p:sp>
        <p:nvSpPr>
          <p:cNvPr id="7" name="">
            <a:extLst xmlns:a="http://schemas.openxmlformats.org/drawingml/2006/main">
              <a:ext uri="{FF2B5EF4-FFF2-40B4-BE49-F238E27FC236}">
                <a16:creationId xmlns:a16="http://schemas.microsoft.com/office/drawing/2014/main" id="{135298FD-E5E2-41A0-BE8F-169CDF36752D}"/>
              </a:ext>
            </a:extLst>
          </p:cNvPr>
          <p:cNvSpPr>
            <a:spLocks xmlns:a="http://schemas.openxmlformats.org/drawingml/2006/main" noGrp="1"/>
          </p:cNvSpPr>
          <p:nvPr/>
        </p:nvSpPr>
        <p:spPr>
          <a:xfrm xmlns:a="http://schemas.openxmlformats.org/drawingml/2006/main">
            <a:off x="685800" y="2095500"/>
            <a:ext cx="10820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i="0">
                <a:solidFill>
                  <a:srgbClr val="FBFCF7"/>
                </a:solidFill>
                <a:latin typeface="PT Sans"/>
                <a:ea typeface="PT Sans"/>
                <a:cs typeface="PT Sans"/>
              </a:defRPr>
            </a:pPr>
            <a:r>
              <a:rPr sz="3000" b="1" i="0">
                <a:solidFill>
                  <a:srgbClr val="FBFCF7"/>
                </a:solidFill>
                <a:latin typeface="PT Sans"/>
                <a:ea typeface="PT Sans"/>
                <a:cs typeface="PT Sans"/>
              </a:rPr>
              <a:t>SONORA арқылы жүйелі оқу дәстүрлі жаттығулармен салыстырғанда жасөспірімдердің vocabulary, listening және speaking нәтижелерін жақсарта ма?</a:t>
            </a:r>
          </a:p>
        </p:txBody>
      </p:sp>
      <p:sp>
        <p:nvSpPr>
          <p:cNvPr id="8" name="">
            <a:extLst xmlns:a="http://schemas.openxmlformats.org/drawingml/2006/main">
              <a:ext uri="{FF2B5EF4-FFF2-40B4-BE49-F238E27FC236}">
                <a16:creationId xmlns:a16="http://schemas.microsoft.com/office/drawing/2014/main" id="{9CBDE14B-3A71-4A7B-8FF7-BE0B8D009A3C}"/>
              </a:ext>
            </a:extLst>
          </p:cNvPr>
          <p:cNvSpPr>
            <a:spLocks xmlns:a="http://schemas.openxmlformats.org/drawingml/2006/main" noGrp="1"/>
          </p:cNvSpPr>
          <p:nvPr/>
        </p:nvSpPr>
        <p:spPr>
          <a:xfrm xmlns:a="http://schemas.openxmlformats.org/drawingml/2006/main">
            <a:off x="685800" y="4324350"/>
            <a:ext cx="3048000" cy="0"/>
          </a:xfrm>
          <a:prstGeom xmlns:a="http://schemas.openxmlformats.org/drawingml/2006/main" prst="line">
            <a:avLst/>
          </a:prstGeom>
          <a:noFill xmlns:a="http://schemas.openxmlformats.org/drawingml/2006/main"/>
          <a:ln xmlns:a="http://schemas.openxmlformats.org/drawingml/2006/main" w="38100">
            <a:solidFill>
              <a:srgbClr val="83B6FF"/>
            </a:solidFill>
            <a:prstDash val="solid"/>
          </a:ln>
        </p:spPr>
      </p:sp>
      <p:sp>
        <p:nvSpPr>
          <p:cNvPr id="9" name="">
            <a:extLst xmlns:a="http://schemas.openxmlformats.org/drawingml/2006/main">
              <a:ext uri="{FF2B5EF4-FFF2-40B4-BE49-F238E27FC236}">
                <a16:creationId xmlns:a16="http://schemas.microsoft.com/office/drawing/2014/main" id="{DF4A6855-6982-4516-BD8D-3F01E26EA1A5}"/>
              </a:ext>
            </a:extLst>
          </p:cNvPr>
          <p:cNvSpPr>
            <a:spLocks xmlns:a="http://schemas.openxmlformats.org/drawingml/2006/main" noGrp="1"/>
          </p:cNvSpPr>
          <p:nvPr/>
        </p:nvSpPr>
        <p:spPr>
          <a:xfrm xmlns:a="http://schemas.openxmlformats.org/drawingml/2006/main">
            <a:off x="685800" y="449580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3B6FF"/>
                </a:solidFill>
                <a:latin typeface="PT Sans"/>
                <a:ea typeface="PT Sans"/>
                <a:cs typeface="PT Sans"/>
              </a:defRPr>
            </a:pPr>
            <a:r>
              <a:rPr sz="1200" b="1" i="0">
                <a:solidFill>
                  <a:srgbClr val="83B6FF"/>
                </a:solidFill>
                <a:latin typeface="PT Sans"/>
                <a:ea typeface="PT Sans"/>
                <a:cs typeface="PT Sans"/>
              </a:rPr>
              <a:t>ЗЕРТТЕУ НЫСАНЫ</a:t>
            </a:r>
          </a:p>
        </p:txBody>
      </p:sp>
      <p:sp>
        <p:nvSpPr>
          <p:cNvPr id="10" name="">
            <a:extLst xmlns:a="http://schemas.openxmlformats.org/drawingml/2006/main">
              <a:ext uri="{FF2B5EF4-FFF2-40B4-BE49-F238E27FC236}">
                <a16:creationId xmlns:a16="http://schemas.microsoft.com/office/drawing/2014/main" id="{36E84053-A235-42E5-83F2-C3686F5BCE1D}"/>
              </a:ext>
            </a:extLst>
          </p:cNvPr>
          <p:cNvSpPr>
            <a:spLocks xmlns:a="http://schemas.openxmlformats.org/drawingml/2006/main" noGrp="1"/>
          </p:cNvSpPr>
          <p:nvPr/>
        </p:nvSpPr>
        <p:spPr>
          <a:xfrm xmlns:a="http://schemas.openxmlformats.org/drawingml/2006/main">
            <a:off x="685800" y="4867275"/>
            <a:ext cx="31051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AAB5AE"/>
                </a:solidFill>
                <a:latin typeface="PT Sans"/>
                <a:ea typeface="PT Sans"/>
                <a:cs typeface="PT Sans"/>
              </a:defRPr>
            </a:pPr>
            <a:r>
              <a:rPr sz="1575" b="0" i="0">
                <a:solidFill>
                  <a:srgbClr val="AAB5AE"/>
                </a:solidFill>
                <a:latin typeface="PT Sans"/>
                <a:ea typeface="PT Sans"/>
                <a:cs typeface="PT Sans"/>
              </a:rPr>
              <a:t>Жасөспірімдердің цифрлық ортада ағылшын тілін меңгеру үдерісі</a:t>
            </a:r>
          </a:p>
        </p:txBody>
      </p:sp>
      <p:sp>
        <p:nvSpPr>
          <p:cNvPr id="11" name="">
            <a:extLst xmlns:a="http://schemas.openxmlformats.org/drawingml/2006/main">
              <a:ext uri="{FF2B5EF4-FFF2-40B4-BE49-F238E27FC236}">
                <a16:creationId xmlns:a16="http://schemas.microsoft.com/office/drawing/2014/main" id="{18115322-DBAB-4CDF-8516-A79612050BE5}"/>
              </a:ext>
            </a:extLst>
          </p:cNvPr>
          <p:cNvSpPr>
            <a:spLocks xmlns:a="http://schemas.openxmlformats.org/drawingml/2006/main" noGrp="1"/>
          </p:cNvSpPr>
          <p:nvPr/>
        </p:nvSpPr>
        <p:spPr>
          <a:xfrm xmlns:a="http://schemas.openxmlformats.org/drawingml/2006/main">
            <a:off x="4333875" y="4324350"/>
            <a:ext cx="3048000" cy="0"/>
          </a:xfrm>
          <a:prstGeom xmlns:a="http://schemas.openxmlformats.org/drawingml/2006/main" prst="line">
            <a:avLst/>
          </a:prstGeom>
          <a:noFill xmlns:a="http://schemas.openxmlformats.org/drawingml/2006/main"/>
          <a:ln xmlns:a="http://schemas.openxmlformats.org/drawingml/2006/main" w="38100">
            <a:solidFill>
              <a:srgbClr val="B69BFF"/>
            </a:solidFill>
            <a:prstDash val="solid"/>
          </a:ln>
        </p:spPr>
      </p:sp>
      <p:sp>
        <p:nvSpPr>
          <p:cNvPr id="12" name="">
            <a:extLst xmlns:a="http://schemas.openxmlformats.org/drawingml/2006/main">
              <a:ext uri="{FF2B5EF4-FFF2-40B4-BE49-F238E27FC236}">
                <a16:creationId xmlns:a16="http://schemas.microsoft.com/office/drawing/2014/main" id="{8976FD12-24A4-4104-B437-E29981636AB6}"/>
              </a:ext>
            </a:extLst>
          </p:cNvPr>
          <p:cNvSpPr>
            <a:spLocks xmlns:a="http://schemas.openxmlformats.org/drawingml/2006/main" noGrp="1"/>
          </p:cNvSpPr>
          <p:nvPr/>
        </p:nvSpPr>
        <p:spPr>
          <a:xfrm xmlns:a="http://schemas.openxmlformats.org/drawingml/2006/main">
            <a:off x="4333875" y="449580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69BFF"/>
                </a:solidFill>
                <a:latin typeface="PT Sans"/>
                <a:ea typeface="PT Sans"/>
                <a:cs typeface="PT Sans"/>
              </a:defRPr>
            </a:pPr>
            <a:r>
              <a:rPr sz="1200" b="1" i="0">
                <a:solidFill>
                  <a:srgbClr val="B69BFF"/>
                </a:solidFill>
                <a:latin typeface="PT Sans"/>
                <a:ea typeface="PT Sans"/>
                <a:cs typeface="PT Sans"/>
              </a:rPr>
              <a:t>ЗЕРТТЕУ ПӘНІ</a:t>
            </a:r>
          </a:p>
        </p:txBody>
      </p:sp>
      <p:sp>
        <p:nvSpPr>
          <p:cNvPr id="13" name="">
            <a:extLst xmlns:a="http://schemas.openxmlformats.org/drawingml/2006/main">
              <a:ext uri="{FF2B5EF4-FFF2-40B4-BE49-F238E27FC236}">
                <a16:creationId xmlns:a16="http://schemas.microsoft.com/office/drawing/2014/main" id="{B93596E4-1904-4593-89E9-88D96B2362B1}"/>
              </a:ext>
            </a:extLst>
          </p:cNvPr>
          <p:cNvSpPr>
            <a:spLocks xmlns:a="http://schemas.openxmlformats.org/drawingml/2006/main" noGrp="1"/>
          </p:cNvSpPr>
          <p:nvPr/>
        </p:nvSpPr>
        <p:spPr>
          <a:xfrm xmlns:a="http://schemas.openxmlformats.org/drawingml/2006/main">
            <a:off x="4333875" y="4867275"/>
            <a:ext cx="31051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AAB5AE"/>
                </a:solidFill>
                <a:latin typeface="PT Sans"/>
                <a:ea typeface="PT Sans"/>
                <a:cs typeface="PT Sans"/>
              </a:defRPr>
            </a:pPr>
            <a:r>
              <a:rPr sz="1575" b="0" i="0">
                <a:solidFill>
                  <a:srgbClr val="AAB5AE"/>
                </a:solidFill>
                <a:latin typeface="PT Sans"/>
                <a:ea typeface="PT Sans"/>
                <a:cs typeface="PT Sans"/>
              </a:rPr>
              <a:t>Әнге негізделген ЖИ қолдаулы тапсырмалардың тілдік дағдыларға әсері</a:t>
            </a:r>
          </a:p>
        </p:txBody>
      </p:sp>
      <p:sp>
        <p:nvSpPr>
          <p:cNvPr id="14" name="">
            <a:extLst xmlns:a="http://schemas.openxmlformats.org/drawingml/2006/main">
              <a:ext uri="{FF2B5EF4-FFF2-40B4-BE49-F238E27FC236}">
                <a16:creationId xmlns:a16="http://schemas.microsoft.com/office/drawing/2014/main" id="{BF0D78EC-FDFF-4D48-A876-8645BCFF6AB4}"/>
              </a:ext>
            </a:extLst>
          </p:cNvPr>
          <p:cNvSpPr>
            <a:spLocks xmlns:a="http://schemas.openxmlformats.org/drawingml/2006/main" noGrp="1"/>
          </p:cNvSpPr>
          <p:nvPr/>
        </p:nvSpPr>
        <p:spPr>
          <a:xfrm xmlns:a="http://schemas.openxmlformats.org/drawingml/2006/main">
            <a:off x="7981950" y="4324350"/>
            <a:ext cx="3048000" cy="0"/>
          </a:xfrm>
          <a:prstGeom xmlns:a="http://schemas.openxmlformats.org/drawingml/2006/main" prst="line">
            <a:avLst/>
          </a:prstGeom>
          <a:noFill xmlns:a="http://schemas.openxmlformats.org/drawingml/2006/main"/>
          <a:ln xmlns:a="http://schemas.openxmlformats.org/drawingml/2006/main" w="38100">
            <a:solidFill>
              <a:srgbClr val="8DE2C0"/>
            </a:solidFill>
            <a:prstDash val="solid"/>
          </a:ln>
        </p:spPr>
      </p:sp>
      <p:sp>
        <p:nvSpPr>
          <p:cNvPr id="15" name="">
            <a:extLst xmlns:a="http://schemas.openxmlformats.org/drawingml/2006/main">
              <a:ext uri="{FF2B5EF4-FFF2-40B4-BE49-F238E27FC236}">
                <a16:creationId xmlns:a16="http://schemas.microsoft.com/office/drawing/2014/main" id="{BC5B3BEA-943A-4073-AC27-E3536AE98ED8}"/>
              </a:ext>
            </a:extLst>
          </p:cNvPr>
          <p:cNvSpPr>
            <a:spLocks xmlns:a="http://schemas.openxmlformats.org/drawingml/2006/main" noGrp="1"/>
          </p:cNvSpPr>
          <p:nvPr/>
        </p:nvSpPr>
        <p:spPr>
          <a:xfrm xmlns:a="http://schemas.openxmlformats.org/drawingml/2006/main">
            <a:off x="7981950" y="449580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DE2C0"/>
                </a:solidFill>
                <a:latin typeface="PT Sans"/>
                <a:ea typeface="PT Sans"/>
                <a:cs typeface="PT Sans"/>
              </a:defRPr>
            </a:pPr>
            <a:r>
              <a:rPr sz="1200" b="1" i="0">
                <a:solidFill>
                  <a:srgbClr val="8DE2C0"/>
                </a:solidFill>
                <a:latin typeface="PT Sans"/>
                <a:ea typeface="PT Sans"/>
                <a:cs typeface="PT Sans"/>
              </a:rPr>
              <a:t>МАҚСАТ</a:t>
            </a:r>
          </a:p>
        </p:txBody>
      </p:sp>
      <p:sp>
        <p:nvSpPr>
          <p:cNvPr id="16" name="">
            <a:extLst xmlns:a="http://schemas.openxmlformats.org/drawingml/2006/main">
              <a:ext uri="{FF2B5EF4-FFF2-40B4-BE49-F238E27FC236}">
                <a16:creationId xmlns:a16="http://schemas.microsoft.com/office/drawing/2014/main" id="{2D288F74-2356-48EC-B47E-355B4833B8C8}"/>
              </a:ext>
            </a:extLst>
          </p:cNvPr>
          <p:cNvSpPr>
            <a:spLocks xmlns:a="http://schemas.openxmlformats.org/drawingml/2006/main" noGrp="1"/>
          </p:cNvSpPr>
          <p:nvPr/>
        </p:nvSpPr>
        <p:spPr>
          <a:xfrm xmlns:a="http://schemas.openxmlformats.org/drawingml/2006/main">
            <a:off x="7981950" y="4867275"/>
            <a:ext cx="31051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AAB5AE"/>
                </a:solidFill>
                <a:latin typeface="PT Sans"/>
                <a:ea typeface="PT Sans"/>
                <a:cs typeface="PT Sans"/>
              </a:defRPr>
            </a:pPr>
            <a:r>
              <a:rPr sz="1575" b="0" i="0">
                <a:solidFill>
                  <a:srgbClr val="AAB5AE"/>
                </a:solidFill>
                <a:latin typeface="PT Sans"/>
                <a:ea typeface="PT Sans"/>
                <a:cs typeface="PT Sans"/>
              </a:rPr>
              <a:t>SONORA әдістемесін әзірлеу, тәжірибеде тексеру және бағалау</a:t>
            </a:r>
          </a:p>
        </p:txBody>
      </p:sp>
      <p:sp>
        <p:nvSpPr>
          <p:cNvPr id="17" name="">
            <a:extLst xmlns:a="http://schemas.openxmlformats.org/drawingml/2006/main">
              <a:ext uri="{FF2B5EF4-FFF2-40B4-BE49-F238E27FC236}">
                <a16:creationId xmlns:a16="http://schemas.microsoft.com/office/drawing/2014/main" id="{CA3EFFC3-9557-4AE3-A84C-67F8E245855D}"/>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718079"/>
                </a:solidFill>
                <a:latin typeface="PT Sans"/>
                <a:ea typeface="PT Sans"/>
                <a:cs typeface="PT Sans"/>
              </a:defRPr>
            </a:pPr>
            <a:r>
              <a:rPr sz="975" b="1" i="0">
                <a:solidFill>
                  <a:srgbClr val="718079"/>
                </a:solidFill>
                <a:latin typeface="PT Sans"/>
                <a:ea typeface="PT Sans"/>
                <a:cs typeface="PT Sans"/>
              </a:rPr>
              <a:t>SONORA · ҒЫЛЫМИ ЖОБА</a:t>
            </a:r>
          </a:p>
        </p:txBody>
      </p:sp>
      <p:sp>
        <p:nvSpPr>
          <p:cNvPr id="18" name="">
            <a:extLst xmlns:a="http://schemas.openxmlformats.org/drawingml/2006/main">
              <a:ext uri="{FF2B5EF4-FFF2-40B4-BE49-F238E27FC236}">
                <a16:creationId xmlns:a16="http://schemas.microsoft.com/office/drawing/2014/main" id="{233A573F-8DB5-4F49-A331-E803371030F5}"/>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718079"/>
                </a:solidFill>
                <a:latin typeface="PT Sans"/>
                <a:ea typeface="PT Sans"/>
                <a:cs typeface="PT Sans"/>
              </a:defRPr>
            </a:pPr>
            <a:r>
              <a:rPr sz="975" b="0" i="0">
                <a:solidFill>
                  <a:srgbClr val="718079"/>
                </a:solidFill>
                <a:latin typeface="PT Sans"/>
                <a:ea typeface="PT Sans"/>
                <a:cs typeface="PT Sans"/>
              </a:rPr>
              <a:t>3 / 12</a:t>
            </a:r>
          </a:p>
        </p:txBody>
      </p:sp>
    </p:spTree>
    <p:extLst>
      <p:ext uri="{BB962C8B-B14F-4D97-AF65-F5344CB8AC3E}">
        <p14:creationId xmlns:p14="http://schemas.microsoft.com/office/powerpoint/2010/main" val="1282121110"/>
      </p:ext>
    </p:extLst>
  </p:cSld>
</p:sld>
</file>

<file path=ppt/slides/slide4.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9EFC5E6-B6BF-4974-8255-FFC64484B738}"/>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17221D"/>
                </a:solidFill>
                <a:latin typeface="PT Sans"/>
                <a:ea typeface="PT Sans"/>
                <a:cs typeface="PT Sans"/>
              </a:defRPr>
            </a:pPr>
            <a:r>
              <a:rPr sz="3225" b="1" i="0">
                <a:solidFill>
                  <a:srgbClr val="17221D"/>
                </a:solidFill>
                <a:latin typeface="PT Sans"/>
                <a:ea typeface="PT Sans"/>
                <a:cs typeface="PT Sans"/>
              </a:rPr>
              <a:t>Болжам және ғылыми жаңалық</a:t>
            </a:r>
          </a:p>
        </p:txBody>
      </p:sp>
      <p:sp>
        <p:nvSpPr>
          <p:cNvPr id="2" name="">
            <a:extLst xmlns:a="http://schemas.openxmlformats.org/drawingml/2006/main">
              <a:ext uri="{FF2B5EF4-FFF2-40B4-BE49-F238E27FC236}">
                <a16:creationId xmlns:a16="http://schemas.microsoft.com/office/drawing/2014/main" id="{27D1EC24-BF43-4E91-85B3-01AA6305D18E}"/>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68736C"/>
                </a:solidFill>
                <a:latin typeface="PT Sans"/>
                <a:ea typeface="PT Sans"/>
                <a:cs typeface="PT Sans"/>
              </a:defRPr>
            </a:pPr>
            <a:r>
              <a:rPr sz="1350" b="0" i="0">
                <a:solidFill>
                  <a:srgbClr val="68736C"/>
                </a:solidFill>
                <a:latin typeface="PT Sans"/>
                <a:ea typeface="PT Sans"/>
                <a:cs typeface="PT Sans"/>
              </a:rPr>
              <a:t>Hypothesis and scientific novelty</a:t>
            </a:r>
          </a:p>
        </p:txBody>
      </p:sp>
      <p:sp>
        <p:nvSpPr>
          <p:cNvPr id="3" name="">
            <a:extLst xmlns:a="http://schemas.openxmlformats.org/drawingml/2006/main">
              <a:ext uri="{FF2B5EF4-FFF2-40B4-BE49-F238E27FC236}">
                <a16:creationId xmlns:a16="http://schemas.microsoft.com/office/drawing/2014/main" id="{803D2B69-E5B0-4F44-9E80-21BEA48030E5}"/>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04</a:t>
            </a:r>
          </a:p>
        </p:txBody>
      </p:sp>
      <p:sp>
        <p:nvSpPr>
          <p:cNvPr id="4" name="">
            <a:extLst xmlns:a="http://schemas.openxmlformats.org/drawingml/2006/main">
              <a:ext uri="{FF2B5EF4-FFF2-40B4-BE49-F238E27FC236}">
                <a16:creationId xmlns:a16="http://schemas.microsoft.com/office/drawing/2014/main" id="{CFD09B97-72AB-43DB-B77C-FE97F90BB215}"/>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D3D7CE"/>
            </a:solidFill>
            <a:prstDash val="solid"/>
          </a:ln>
        </p:spPr>
      </p:sp>
      <p:sp>
        <p:nvSpPr>
          <p:cNvPr id="5" name="">
            <a:extLst xmlns:a="http://schemas.openxmlformats.org/drawingml/2006/main">
              <a:ext uri="{FF2B5EF4-FFF2-40B4-BE49-F238E27FC236}">
                <a16:creationId xmlns:a16="http://schemas.microsoft.com/office/drawing/2014/main" id="{FC8D0BE0-B82D-4FB9-BBD3-B7DBDE9D160C}"/>
              </a:ext>
            </a:extLst>
          </p:cNvPr>
          <p:cNvSpPr>
            <a:spLocks xmlns:a="http://schemas.openxmlformats.org/drawingml/2006/main" noGrp="1"/>
          </p:cNvSpPr>
          <p:nvPr/>
        </p:nvSpPr>
        <p:spPr>
          <a:xfrm xmlns:a="http://schemas.openxmlformats.org/drawingml/2006/main">
            <a:off x="685800" y="15621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221D"/>
                </a:solidFill>
                <a:latin typeface="PT Sans"/>
                <a:ea typeface="PT Sans"/>
                <a:cs typeface="PT Sans"/>
              </a:defRPr>
            </a:pPr>
            <a:r>
              <a:rPr sz="1950" b="1" i="0">
                <a:solidFill>
                  <a:srgbClr val="17221D"/>
                </a:solidFill>
                <a:latin typeface="PT Sans"/>
                <a:ea typeface="PT Sans"/>
                <a:cs typeface="PT Sans"/>
              </a:rPr>
              <a:t>Болжам</a:t>
            </a:r>
          </a:p>
        </p:txBody>
      </p:sp>
      <p:sp>
        <p:nvSpPr>
          <p:cNvPr id="6" name="">
            <a:extLst xmlns:a="http://schemas.openxmlformats.org/drawingml/2006/main">
              <a:ext uri="{FF2B5EF4-FFF2-40B4-BE49-F238E27FC236}">
                <a16:creationId xmlns:a16="http://schemas.microsoft.com/office/drawing/2014/main" id="{E7FC207A-B586-4080-B27E-B720DD434B10}"/>
              </a:ext>
            </a:extLst>
          </p:cNvPr>
          <p:cNvSpPr>
            <a:spLocks xmlns:a="http://schemas.openxmlformats.org/drawingml/2006/main" noGrp="1"/>
          </p:cNvSpPr>
          <p:nvPr/>
        </p:nvSpPr>
        <p:spPr>
          <a:xfrm xmlns:a="http://schemas.openxmlformats.org/drawingml/2006/main">
            <a:off x="685800" y="2038350"/>
            <a:ext cx="4933950" cy="3028950"/>
          </a:xfrm>
          <a:prstGeom xmlns:a="http://schemas.openxmlformats.org/drawingml/2006/main" prst="roundRect">
            <a:avLst>
              <a:gd name="adj" fmla="val 8176"/>
            </a:avLst>
          </a:prstGeom>
          <a:solidFill xmlns:a="http://schemas.openxmlformats.org/drawingml/2006/main">
            <a:srgbClr val="10191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4AD40A3-93F2-4D31-A918-7AA56A5B0C2A}"/>
              </a:ext>
            </a:extLst>
          </p:cNvPr>
          <p:cNvSpPr>
            <a:spLocks xmlns:a="http://schemas.openxmlformats.org/drawingml/2006/main" noGrp="1"/>
          </p:cNvSpPr>
          <p:nvPr/>
        </p:nvSpPr>
        <p:spPr>
          <a:xfrm xmlns:a="http://schemas.openxmlformats.org/drawingml/2006/main">
            <a:off x="990600" y="2343150"/>
            <a:ext cx="421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00" b="1" i="0">
                <a:solidFill>
                  <a:srgbClr val="D8FF63"/>
                </a:solidFill>
                <a:latin typeface="PT Sans"/>
                <a:ea typeface="PT Sans"/>
                <a:cs typeface="PT Sans"/>
              </a:defRPr>
            </a:pPr>
            <a:r>
              <a:rPr sz="2100" b="1" i="0">
                <a:solidFill>
                  <a:srgbClr val="D8FF63"/>
                </a:solidFill>
                <a:latin typeface="PT Sans"/>
                <a:ea typeface="PT Sans"/>
                <a:cs typeface="PT Sans"/>
              </a:rPr>
              <a:t>Таңдалған ән</a:t>
            </a:r>
          </a:p>
        </p:txBody>
      </p:sp>
      <p:sp>
        <p:nvSpPr>
          <p:cNvPr id="8" name="">
            <a:extLst xmlns:a="http://schemas.openxmlformats.org/drawingml/2006/main">
              <a:ext uri="{FF2B5EF4-FFF2-40B4-BE49-F238E27FC236}">
                <a16:creationId xmlns:a16="http://schemas.microsoft.com/office/drawing/2014/main" id="{C3FF64E4-07F7-4890-B4F9-A0F6E267790E}"/>
              </a:ext>
            </a:extLst>
          </p:cNvPr>
          <p:cNvSpPr>
            <a:spLocks xmlns:a="http://schemas.openxmlformats.org/drawingml/2006/main" noGrp="1"/>
          </p:cNvSpPr>
          <p:nvPr/>
        </p:nvSpPr>
        <p:spPr>
          <a:xfrm xmlns:a="http://schemas.openxmlformats.org/drawingml/2006/main">
            <a:off x="2571750" y="2790825"/>
            <a:ext cx="114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400" b="1" i="0">
                <a:solidFill>
                  <a:srgbClr val="AAB5AE"/>
                </a:solidFill>
                <a:latin typeface="PT Sans"/>
                <a:ea typeface="PT Sans"/>
                <a:cs typeface="PT Sans"/>
              </a:defRPr>
            </a:pPr>
            <a:r>
              <a:rPr sz="2400" b="1" i="0">
                <a:solidFill>
                  <a:srgbClr val="AAB5AE"/>
                </a:solidFill>
                <a:latin typeface="PT Sans"/>
                <a:ea typeface="PT Sans"/>
                <a:cs typeface="PT Sans"/>
              </a:rPr>
              <a:t>+</a:t>
            </a:r>
          </a:p>
        </p:txBody>
      </p:sp>
      <p:sp>
        <p:nvSpPr>
          <p:cNvPr id="9" name="">
            <a:extLst xmlns:a="http://schemas.openxmlformats.org/drawingml/2006/main">
              <a:ext uri="{FF2B5EF4-FFF2-40B4-BE49-F238E27FC236}">
                <a16:creationId xmlns:a16="http://schemas.microsoft.com/office/drawing/2014/main" id="{4A711C32-0E99-4F24-9218-DB10F3BEA1C7}"/>
              </a:ext>
            </a:extLst>
          </p:cNvPr>
          <p:cNvSpPr>
            <a:spLocks xmlns:a="http://schemas.openxmlformats.org/drawingml/2006/main" noGrp="1"/>
          </p:cNvSpPr>
          <p:nvPr/>
        </p:nvSpPr>
        <p:spPr>
          <a:xfrm xmlns:a="http://schemas.openxmlformats.org/drawingml/2006/main">
            <a:off x="990600" y="3209925"/>
            <a:ext cx="421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FBFCF7"/>
                </a:solidFill>
                <a:latin typeface="PT Sans"/>
                <a:ea typeface="PT Sans"/>
                <a:cs typeface="PT Sans"/>
              </a:defRPr>
            </a:pPr>
            <a:r>
              <a:rPr sz="2025" b="1" i="0">
                <a:solidFill>
                  <a:srgbClr val="FBFCF7"/>
                </a:solidFill>
                <a:latin typeface="PT Sans"/>
                <a:ea typeface="PT Sans"/>
                <a:cs typeface="PT Sans"/>
              </a:rPr>
              <a:t>Белсенді тапсырмалар және үштілді түсіндіру</a:t>
            </a:r>
          </a:p>
        </p:txBody>
      </p:sp>
      <p:sp>
        <p:nvSpPr>
          <p:cNvPr id="10" name="">
            <a:extLst xmlns:a="http://schemas.openxmlformats.org/drawingml/2006/main">
              <a:ext uri="{FF2B5EF4-FFF2-40B4-BE49-F238E27FC236}">
                <a16:creationId xmlns:a16="http://schemas.microsoft.com/office/drawing/2014/main" id="{AAD4C43F-F242-491E-8AAF-6BF4769C86F4}"/>
              </a:ext>
            </a:extLst>
          </p:cNvPr>
          <p:cNvSpPr>
            <a:spLocks xmlns:a="http://schemas.openxmlformats.org/drawingml/2006/main" noGrp="1"/>
          </p:cNvSpPr>
          <p:nvPr/>
        </p:nvSpPr>
        <p:spPr>
          <a:xfrm xmlns:a="http://schemas.openxmlformats.org/drawingml/2006/main">
            <a:off x="1447800" y="4114800"/>
            <a:ext cx="3390900" cy="0"/>
          </a:xfrm>
          <a:prstGeom xmlns:a="http://schemas.openxmlformats.org/drawingml/2006/main" prst="line">
            <a:avLst/>
          </a:prstGeom>
          <a:noFill xmlns:a="http://schemas.openxmlformats.org/drawingml/2006/main"/>
          <a:ln xmlns:a="http://schemas.openxmlformats.org/drawingml/2006/main" w="28575">
            <a:solidFill>
              <a:srgbClr val="D8FF63"/>
            </a:solidFill>
            <a:prstDash val="solid"/>
          </a:ln>
        </p:spPr>
      </p:sp>
      <p:sp>
        <p:nvSpPr>
          <p:cNvPr id="11" name="">
            <a:extLst xmlns:a="http://schemas.openxmlformats.org/drawingml/2006/main">
              <a:ext uri="{FF2B5EF4-FFF2-40B4-BE49-F238E27FC236}">
                <a16:creationId xmlns:a16="http://schemas.microsoft.com/office/drawing/2014/main" id="{F7F5ACA8-35CD-4FB5-B873-F70DB1801D57}"/>
              </a:ext>
            </a:extLst>
          </p:cNvPr>
          <p:cNvSpPr>
            <a:spLocks xmlns:a="http://schemas.openxmlformats.org/drawingml/2006/main" noGrp="1"/>
          </p:cNvSpPr>
          <p:nvPr/>
        </p:nvSpPr>
        <p:spPr>
          <a:xfrm xmlns:a="http://schemas.openxmlformats.org/drawingml/2006/main">
            <a:off x="1028700" y="4305300"/>
            <a:ext cx="4133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AAB5AE"/>
                </a:solidFill>
                <a:latin typeface="PT Sans"/>
                <a:ea typeface="PT Sans"/>
                <a:cs typeface="PT Sans"/>
              </a:defRPr>
            </a:pPr>
            <a:r>
              <a:rPr sz="1500" b="0" i="0">
                <a:solidFill>
                  <a:srgbClr val="AAB5AE"/>
                </a:solidFill>
                <a:latin typeface="PT Sans"/>
                <a:ea typeface="PT Sans"/>
                <a:cs typeface="PT Sans"/>
              </a:rPr>
              <a:t>Күтілетін нәтиже: оқу белсенділігі мен тілдік өсімнің жоғарылауы</a:t>
            </a:r>
          </a:p>
        </p:txBody>
      </p:sp>
      <p:sp>
        <p:nvSpPr>
          <p:cNvPr id="12" name="">
            <a:extLst xmlns:a="http://schemas.openxmlformats.org/drawingml/2006/main">
              <a:ext uri="{FF2B5EF4-FFF2-40B4-BE49-F238E27FC236}">
                <a16:creationId xmlns:a16="http://schemas.microsoft.com/office/drawing/2014/main" id="{723027EE-959D-49EE-B084-EE490F154755}"/>
              </a:ext>
            </a:extLst>
          </p:cNvPr>
          <p:cNvSpPr>
            <a:spLocks xmlns:a="http://schemas.openxmlformats.org/drawingml/2006/main" noGrp="1"/>
          </p:cNvSpPr>
          <p:nvPr/>
        </p:nvSpPr>
        <p:spPr>
          <a:xfrm xmlns:a="http://schemas.openxmlformats.org/drawingml/2006/main">
            <a:off x="6153150" y="15621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221D"/>
                </a:solidFill>
                <a:latin typeface="PT Sans"/>
                <a:ea typeface="PT Sans"/>
                <a:cs typeface="PT Sans"/>
              </a:defRPr>
            </a:pPr>
            <a:r>
              <a:rPr sz="1950" b="1" i="0">
                <a:solidFill>
                  <a:srgbClr val="17221D"/>
                </a:solidFill>
                <a:latin typeface="PT Sans"/>
                <a:ea typeface="PT Sans"/>
                <a:cs typeface="PT Sans"/>
              </a:rPr>
              <a:t>Жаңалық</a:t>
            </a:r>
          </a:p>
        </p:txBody>
      </p:sp>
      <p:sp>
        <p:nvSpPr>
          <p:cNvPr id="13" name="">
            <a:extLst xmlns:a="http://schemas.openxmlformats.org/drawingml/2006/main">
              <a:ext uri="{FF2B5EF4-FFF2-40B4-BE49-F238E27FC236}">
                <a16:creationId xmlns:a16="http://schemas.microsoft.com/office/drawing/2014/main" id="{9607EEF9-7405-4D4D-A192-A522D778B10A}"/>
              </a:ext>
            </a:extLst>
          </p:cNvPr>
          <p:cNvSpPr>
            <a:spLocks xmlns:a="http://schemas.openxmlformats.org/drawingml/2006/main" noGrp="1"/>
          </p:cNvSpPr>
          <p:nvPr/>
        </p:nvSpPr>
        <p:spPr>
          <a:xfrm xmlns:a="http://schemas.openxmlformats.org/drawingml/2006/main">
            <a:off x="6153150" y="21145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3B6FF"/>
                </a:solidFill>
                <a:latin typeface="PT Sans"/>
                <a:ea typeface="PT Sans"/>
                <a:cs typeface="PT Sans"/>
              </a:defRPr>
            </a:pPr>
            <a:r>
              <a:rPr sz="1350" b="1" i="0">
                <a:solidFill>
                  <a:srgbClr val="83B6FF"/>
                </a:solidFill>
                <a:latin typeface="PT Sans"/>
                <a:ea typeface="PT Sans"/>
                <a:cs typeface="PT Sans"/>
              </a:rPr>
              <a:t>01</a:t>
            </a:r>
          </a:p>
        </p:txBody>
      </p:sp>
      <p:sp>
        <p:nvSpPr>
          <p:cNvPr id="14" name="">
            <a:extLst xmlns:a="http://schemas.openxmlformats.org/drawingml/2006/main">
              <a:ext uri="{FF2B5EF4-FFF2-40B4-BE49-F238E27FC236}">
                <a16:creationId xmlns:a16="http://schemas.microsoft.com/office/drawing/2014/main" id="{11999E92-89F4-4CF4-B5AD-F777D8A23FAA}"/>
              </a:ext>
            </a:extLst>
          </p:cNvPr>
          <p:cNvSpPr>
            <a:spLocks xmlns:a="http://schemas.openxmlformats.org/drawingml/2006/main" noGrp="1"/>
          </p:cNvSpPr>
          <p:nvPr/>
        </p:nvSpPr>
        <p:spPr>
          <a:xfrm xmlns:a="http://schemas.openxmlformats.org/drawingml/2006/main">
            <a:off x="6762750" y="2076450"/>
            <a:ext cx="4610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7221D"/>
                </a:solidFill>
                <a:latin typeface="PT Sans"/>
                <a:ea typeface="PT Sans"/>
                <a:cs typeface="PT Sans"/>
              </a:defRPr>
            </a:pPr>
            <a:r>
              <a:rPr sz="1725" b="1" i="0">
                <a:solidFill>
                  <a:srgbClr val="17221D"/>
                </a:solidFill>
                <a:latin typeface="PT Sans"/>
                <a:ea typeface="PT Sans"/>
                <a:cs typeface="PT Sans"/>
              </a:rPr>
              <a:t>Мағына және мәдени контекст</a:t>
            </a:r>
          </a:p>
        </p:txBody>
      </p:sp>
      <p:sp>
        <p:nvSpPr>
          <p:cNvPr id="15" name="">
            <a:extLst xmlns:a="http://schemas.openxmlformats.org/drawingml/2006/main">
              <a:ext uri="{FF2B5EF4-FFF2-40B4-BE49-F238E27FC236}">
                <a16:creationId xmlns:a16="http://schemas.microsoft.com/office/drawing/2014/main" id="{ED711789-A89A-4DDE-A3EA-A969E34895F3}"/>
              </a:ext>
            </a:extLst>
          </p:cNvPr>
          <p:cNvSpPr>
            <a:spLocks xmlns:a="http://schemas.openxmlformats.org/drawingml/2006/main" noGrp="1"/>
          </p:cNvSpPr>
          <p:nvPr/>
        </p:nvSpPr>
        <p:spPr>
          <a:xfrm xmlns:a="http://schemas.openxmlformats.org/drawingml/2006/main">
            <a:off x="6153150" y="2657475"/>
            <a:ext cx="5219700" cy="0"/>
          </a:xfrm>
          <a:prstGeom xmlns:a="http://schemas.openxmlformats.org/drawingml/2006/main" prst="line">
            <a:avLst/>
          </a:prstGeom>
          <a:noFill xmlns:a="http://schemas.openxmlformats.org/drawingml/2006/main"/>
          <a:ln xmlns:a="http://schemas.openxmlformats.org/drawingml/2006/main" w="9525">
            <a:solidFill>
              <a:srgbClr val="D7DBD2"/>
            </a:solidFill>
            <a:prstDash val="solid"/>
          </a:ln>
        </p:spPr>
      </p:sp>
      <p:sp>
        <p:nvSpPr>
          <p:cNvPr id="16" name="">
            <a:extLst xmlns:a="http://schemas.openxmlformats.org/drawingml/2006/main">
              <a:ext uri="{FF2B5EF4-FFF2-40B4-BE49-F238E27FC236}">
                <a16:creationId xmlns:a16="http://schemas.microsoft.com/office/drawing/2014/main" id="{350AC35A-C74F-4A20-8E85-5FB26BF190FD}"/>
              </a:ext>
            </a:extLst>
          </p:cNvPr>
          <p:cNvSpPr>
            <a:spLocks xmlns:a="http://schemas.openxmlformats.org/drawingml/2006/main" noGrp="1"/>
          </p:cNvSpPr>
          <p:nvPr/>
        </p:nvSpPr>
        <p:spPr>
          <a:xfrm xmlns:a="http://schemas.openxmlformats.org/drawingml/2006/main">
            <a:off x="6153150" y="28575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B69BFF"/>
                </a:solidFill>
                <a:latin typeface="PT Sans"/>
                <a:ea typeface="PT Sans"/>
                <a:cs typeface="PT Sans"/>
              </a:defRPr>
            </a:pPr>
            <a:r>
              <a:rPr sz="1350" b="1" i="0">
                <a:solidFill>
                  <a:srgbClr val="B69BFF"/>
                </a:solidFill>
                <a:latin typeface="PT Sans"/>
                <a:ea typeface="PT Sans"/>
                <a:cs typeface="PT Sans"/>
              </a:rPr>
              <a:t>02</a:t>
            </a:r>
          </a:p>
        </p:txBody>
      </p:sp>
      <p:sp>
        <p:nvSpPr>
          <p:cNvPr id="17" name="">
            <a:extLst xmlns:a="http://schemas.openxmlformats.org/drawingml/2006/main">
              <a:ext uri="{FF2B5EF4-FFF2-40B4-BE49-F238E27FC236}">
                <a16:creationId xmlns:a16="http://schemas.microsoft.com/office/drawing/2014/main" id="{37462DA5-DBBD-40E4-B697-D404222F2B77}"/>
              </a:ext>
            </a:extLst>
          </p:cNvPr>
          <p:cNvSpPr>
            <a:spLocks xmlns:a="http://schemas.openxmlformats.org/drawingml/2006/main" noGrp="1"/>
          </p:cNvSpPr>
          <p:nvPr/>
        </p:nvSpPr>
        <p:spPr>
          <a:xfrm xmlns:a="http://schemas.openxmlformats.org/drawingml/2006/main">
            <a:off x="6762750" y="2819400"/>
            <a:ext cx="4610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7221D"/>
                </a:solidFill>
                <a:latin typeface="PT Sans"/>
                <a:ea typeface="PT Sans"/>
                <a:cs typeface="PT Sans"/>
              </a:defRPr>
            </a:pPr>
            <a:r>
              <a:rPr sz="1725" b="0" i="0">
                <a:solidFill>
                  <a:srgbClr val="17221D"/>
                </a:solidFill>
                <a:latin typeface="PT Sans"/>
                <a:ea typeface="PT Sans"/>
                <a:cs typeface="PT Sans"/>
              </a:rPr>
              <a:t>Сленг, регистр және мектепке сәйкестік</a:t>
            </a:r>
          </a:p>
        </p:txBody>
      </p:sp>
      <p:sp>
        <p:nvSpPr>
          <p:cNvPr id="18" name="">
            <a:extLst xmlns:a="http://schemas.openxmlformats.org/drawingml/2006/main">
              <a:ext uri="{FF2B5EF4-FFF2-40B4-BE49-F238E27FC236}">
                <a16:creationId xmlns:a16="http://schemas.microsoft.com/office/drawing/2014/main" id="{C806F1DE-586A-42A0-AD37-12FEA6FEC0FC}"/>
              </a:ext>
            </a:extLst>
          </p:cNvPr>
          <p:cNvSpPr>
            <a:spLocks xmlns:a="http://schemas.openxmlformats.org/drawingml/2006/main" noGrp="1"/>
          </p:cNvSpPr>
          <p:nvPr/>
        </p:nvSpPr>
        <p:spPr>
          <a:xfrm xmlns:a="http://schemas.openxmlformats.org/drawingml/2006/main">
            <a:off x="6153150" y="3400425"/>
            <a:ext cx="5219700" cy="0"/>
          </a:xfrm>
          <a:prstGeom xmlns:a="http://schemas.openxmlformats.org/drawingml/2006/main" prst="line">
            <a:avLst/>
          </a:prstGeom>
          <a:noFill xmlns:a="http://schemas.openxmlformats.org/drawingml/2006/main"/>
          <a:ln xmlns:a="http://schemas.openxmlformats.org/drawingml/2006/main" w="9525">
            <a:solidFill>
              <a:srgbClr val="D7DBD2"/>
            </a:solidFill>
            <a:prstDash val="solid"/>
          </a:ln>
        </p:spPr>
      </p:sp>
      <p:sp>
        <p:nvSpPr>
          <p:cNvPr id="19" name="">
            <a:extLst xmlns:a="http://schemas.openxmlformats.org/drawingml/2006/main">
              <a:ext uri="{FF2B5EF4-FFF2-40B4-BE49-F238E27FC236}">
                <a16:creationId xmlns:a16="http://schemas.microsoft.com/office/drawing/2014/main" id="{57F7590B-DE38-40E0-8A75-F79C73529B3D}"/>
              </a:ext>
            </a:extLst>
          </p:cNvPr>
          <p:cNvSpPr>
            <a:spLocks xmlns:a="http://schemas.openxmlformats.org/drawingml/2006/main" noGrp="1"/>
          </p:cNvSpPr>
          <p:nvPr/>
        </p:nvSpPr>
        <p:spPr>
          <a:xfrm xmlns:a="http://schemas.openxmlformats.org/drawingml/2006/main">
            <a:off x="6153150" y="36004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DE2C0"/>
                </a:solidFill>
                <a:latin typeface="PT Sans"/>
                <a:ea typeface="PT Sans"/>
                <a:cs typeface="PT Sans"/>
              </a:defRPr>
            </a:pPr>
            <a:r>
              <a:rPr sz="1350" b="1" i="0">
                <a:solidFill>
                  <a:srgbClr val="8DE2C0"/>
                </a:solidFill>
                <a:latin typeface="PT Sans"/>
                <a:ea typeface="PT Sans"/>
                <a:cs typeface="PT Sans"/>
              </a:rPr>
              <a:t>03</a:t>
            </a:r>
          </a:p>
        </p:txBody>
      </p:sp>
      <p:sp>
        <p:nvSpPr>
          <p:cNvPr id="20" name="">
            <a:extLst xmlns:a="http://schemas.openxmlformats.org/drawingml/2006/main">
              <a:ext uri="{FF2B5EF4-FFF2-40B4-BE49-F238E27FC236}">
                <a16:creationId xmlns:a16="http://schemas.microsoft.com/office/drawing/2014/main" id="{9A4E0E0F-1D56-45C5-A1D5-CBECA86487CC}"/>
              </a:ext>
            </a:extLst>
          </p:cNvPr>
          <p:cNvSpPr>
            <a:spLocks xmlns:a="http://schemas.openxmlformats.org/drawingml/2006/main" noGrp="1"/>
          </p:cNvSpPr>
          <p:nvPr/>
        </p:nvSpPr>
        <p:spPr>
          <a:xfrm xmlns:a="http://schemas.openxmlformats.org/drawingml/2006/main">
            <a:off x="6762750" y="3562350"/>
            <a:ext cx="4610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7221D"/>
                </a:solidFill>
                <a:latin typeface="PT Sans"/>
                <a:ea typeface="PT Sans"/>
                <a:cs typeface="PT Sans"/>
              </a:defRPr>
            </a:pPr>
            <a:r>
              <a:rPr sz="1725" b="0" i="0">
                <a:solidFill>
                  <a:srgbClr val="17221D"/>
                </a:solidFill>
                <a:latin typeface="PT Sans"/>
                <a:ea typeface="PT Sans"/>
                <a:cs typeface="PT Sans"/>
              </a:rPr>
              <a:t>Еске түсіру мен сөйлеуге дейінгі толық маршрут</a:t>
            </a:r>
          </a:p>
        </p:txBody>
      </p:sp>
      <p:sp>
        <p:nvSpPr>
          <p:cNvPr id="21" name="">
            <a:extLst xmlns:a="http://schemas.openxmlformats.org/drawingml/2006/main">
              <a:ext uri="{FF2B5EF4-FFF2-40B4-BE49-F238E27FC236}">
                <a16:creationId xmlns:a16="http://schemas.microsoft.com/office/drawing/2014/main" id="{9071B0D4-B2F2-4911-8B2A-A74F7E7FEB50}"/>
              </a:ext>
            </a:extLst>
          </p:cNvPr>
          <p:cNvSpPr>
            <a:spLocks xmlns:a="http://schemas.openxmlformats.org/drawingml/2006/main" noGrp="1"/>
          </p:cNvSpPr>
          <p:nvPr/>
        </p:nvSpPr>
        <p:spPr>
          <a:xfrm xmlns:a="http://schemas.openxmlformats.org/drawingml/2006/main">
            <a:off x="6153150" y="4143375"/>
            <a:ext cx="5219700" cy="0"/>
          </a:xfrm>
          <a:prstGeom xmlns:a="http://schemas.openxmlformats.org/drawingml/2006/main" prst="line">
            <a:avLst/>
          </a:prstGeom>
          <a:noFill xmlns:a="http://schemas.openxmlformats.org/drawingml/2006/main"/>
          <a:ln xmlns:a="http://schemas.openxmlformats.org/drawingml/2006/main" w="9525">
            <a:solidFill>
              <a:srgbClr val="D7DBD2"/>
            </a:solidFill>
            <a:prstDash val="solid"/>
          </a:ln>
        </p:spPr>
      </p:sp>
      <p:sp>
        <p:nvSpPr>
          <p:cNvPr id="22" name="">
            <a:extLst xmlns:a="http://schemas.openxmlformats.org/drawingml/2006/main">
              <a:ext uri="{FF2B5EF4-FFF2-40B4-BE49-F238E27FC236}">
                <a16:creationId xmlns:a16="http://schemas.microsoft.com/office/drawing/2014/main" id="{2A28875D-0C41-44C4-BFBF-1A0BDB0FCF24}"/>
              </a:ext>
            </a:extLst>
          </p:cNvPr>
          <p:cNvSpPr>
            <a:spLocks xmlns:a="http://schemas.openxmlformats.org/drawingml/2006/main" noGrp="1"/>
          </p:cNvSpPr>
          <p:nvPr/>
        </p:nvSpPr>
        <p:spPr>
          <a:xfrm xmlns:a="http://schemas.openxmlformats.org/drawingml/2006/main">
            <a:off x="6153150" y="43434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F8B7A"/>
                </a:solidFill>
                <a:latin typeface="PT Sans"/>
                <a:ea typeface="PT Sans"/>
                <a:cs typeface="PT Sans"/>
              </a:defRPr>
            </a:pPr>
            <a:r>
              <a:rPr sz="1350" b="1" i="0">
                <a:solidFill>
                  <a:srgbClr val="FF8B7A"/>
                </a:solidFill>
                <a:latin typeface="PT Sans"/>
                <a:ea typeface="PT Sans"/>
                <a:cs typeface="PT Sans"/>
              </a:rPr>
              <a:t>04</a:t>
            </a:r>
          </a:p>
        </p:txBody>
      </p:sp>
      <p:sp>
        <p:nvSpPr>
          <p:cNvPr id="23" name="">
            <a:extLst xmlns:a="http://schemas.openxmlformats.org/drawingml/2006/main">
              <a:ext uri="{FF2B5EF4-FFF2-40B4-BE49-F238E27FC236}">
                <a16:creationId xmlns:a16="http://schemas.microsoft.com/office/drawing/2014/main" id="{CEFF3D90-6045-42BF-B855-068A7A5CE455}"/>
              </a:ext>
            </a:extLst>
          </p:cNvPr>
          <p:cNvSpPr>
            <a:spLocks xmlns:a="http://schemas.openxmlformats.org/drawingml/2006/main" noGrp="1"/>
          </p:cNvSpPr>
          <p:nvPr/>
        </p:nvSpPr>
        <p:spPr>
          <a:xfrm xmlns:a="http://schemas.openxmlformats.org/drawingml/2006/main">
            <a:off x="6762750" y="4305300"/>
            <a:ext cx="4610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7221D"/>
                </a:solidFill>
                <a:latin typeface="PT Sans"/>
                <a:ea typeface="PT Sans"/>
                <a:cs typeface="PT Sans"/>
              </a:defRPr>
            </a:pPr>
            <a:r>
              <a:rPr sz="1725" b="0" i="0">
                <a:solidFill>
                  <a:srgbClr val="17221D"/>
                </a:solidFill>
                <a:latin typeface="PT Sans"/>
                <a:ea typeface="PT Sans"/>
                <a:cs typeface="PT Sans"/>
              </a:rPr>
              <a:t>Әр әрекеттің өлшенетін оқу ізі</a:t>
            </a:r>
          </a:p>
        </p:txBody>
      </p:sp>
      <p:sp>
        <p:nvSpPr>
          <p:cNvPr id="24" name="">
            <a:extLst xmlns:a="http://schemas.openxmlformats.org/drawingml/2006/main">
              <a:ext uri="{FF2B5EF4-FFF2-40B4-BE49-F238E27FC236}">
                <a16:creationId xmlns:a16="http://schemas.microsoft.com/office/drawing/2014/main" id="{37E9F613-6CF2-48BA-A2F1-295566370E78}"/>
              </a:ext>
            </a:extLst>
          </p:cNvPr>
          <p:cNvSpPr>
            <a:spLocks xmlns:a="http://schemas.openxmlformats.org/drawingml/2006/main" noGrp="1"/>
          </p:cNvSpPr>
          <p:nvPr/>
        </p:nvSpPr>
        <p:spPr>
          <a:xfrm xmlns:a="http://schemas.openxmlformats.org/drawingml/2006/main">
            <a:off x="6153150" y="5305425"/>
            <a:ext cx="5219700" cy="704850"/>
          </a:xfrm>
          <a:prstGeom xmlns:a="http://schemas.openxmlformats.org/drawingml/2006/main" prst="roundRect">
            <a:avLst>
              <a:gd name="adj" fmla="val 24324"/>
            </a:avLst>
          </a:prstGeom>
          <a:solidFill xmlns:a="http://schemas.openxmlformats.org/drawingml/2006/main">
            <a:srgbClr val="E2E9D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006E54F-9CD2-4EAA-9C23-192A2E3D5948}"/>
              </a:ext>
            </a:extLst>
          </p:cNvPr>
          <p:cNvSpPr>
            <a:spLocks xmlns:a="http://schemas.openxmlformats.org/drawingml/2006/main" noGrp="1"/>
          </p:cNvSpPr>
          <p:nvPr/>
        </p:nvSpPr>
        <p:spPr>
          <a:xfrm xmlns:a="http://schemas.openxmlformats.org/drawingml/2006/main">
            <a:off x="6381750" y="54768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17221D"/>
                </a:solidFill>
                <a:latin typeface="PT Sans"/>
                <a:ea typeface="PT Sans"/>
                <a:cs typeface="PT Sans"/>
              </a:defRPr>
            </a:pPr>
            <a:r>
              <a:rPr sz="1650" b="1" i="0">
                <a:solidFill>
                  <a:srgbClr val="17221D"/>
                </a:solidFill>
                <a:latin typeface="PT Sans"/>
                <a:ea typeface="PT Sans"/>
                <a:cs typeface="PT Sans"/>
              </a:rPr>
              <a:t>Негізгі айырмашылық: аударма емес, тексерілетін оқу маршруты</a:t>
            </a:r>
          </a:p>
        </p:txBody>
      </p:sp>
      <p:sp>
        <p:nvSpPr>
          <p:cNvPr id="26" name="">
            <a:extLst xmlns:a="http://schemas.openxmlformats.org/drawingml/2006/main">
              <a:ext uri="{FF2B5EF4-FFF2-40B4-BE49-F238E27FC236}">
                <a16:creationId xmlns:a16="http://schemas.microsoft.com/office/drawing/2014/main" id="{BDE88EB4-0D04-4CCF-8D82-2A1DD73B4055}"/>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8A938D"/>
                </a:solidFill>
                <a:latin typeface="PT Sans"/>
                <a:ea typeface="PT Sans"/>
                <a:cs typeface="PT Sans"/>
              </a:defRPr>
            </a:pPr>
            <a:r>
              <a:rPr sz="975" b="1" i="0">
                <a:solidFill>
                  <a:srgbClr val="8A938D"/>
                </a:solidFill>
                <a:latin typeface="PT Sans"/>
                <a:ea typeface="PT Sans"/>
                <a:cs typeface="PT Sans"/>
              </a:rPr>
              <a:t>SONORA · ҒЫЛЫМИ ЖОБА</a:t>
            </a:r>
          </a:p>
        </p:txBody>
      </p:sp>
      <p:sp>
        <p:nvSpPr>
          <p:cNvPr id="27" name="">
            <a:extLst xmlns:a="http://schemas.openxmlformats.org/drawingml/2006/main">
              <a:ext uri="{FF2B5EF4-FFF2-40B4-BE49-F238E27FC236}">
                <a16:creationId xmlns:a16="http://schemas.microsoft.com/office/drawing/2014/main" id="{6874CA8E-0AB3-497F-BCEA-74527DFC6E55}"/>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8A938D"/>
                </a:solidFill>
                <a:latin typeface="PT Sans"/>
                <a:ea typeface="PT Sans"/>
                <a:cs typeface="PT Sans"/>
              </a:defRPr>
            </a:pPr>
            <a:r>
              <a:rPr sz="975" b="0" i="0">
                <a:solidFill>
                  <a:srgbClr val="8A938D"/>
                </a:solidFill>
                <a:latin typeface="PT Sans"/>
                <a:ea typeface="PT Sans"/>
                <a:cs typeface="PT Sans"/>
              </a:rPr>
              <a:t>4 / 12</a:t>
            </a:r>
          </a:p>
        </p:txBody>
      </p:sp>
    </p:spTree>
    <p:extLst>
      <p:ext uri="{BB962C8B-B14F-4D97-AF65-F5344CB8AC3E}">
        <p14:creationId xmlns:p14="http://schemas.microsoft.com/office/powerpoint/2010/main" val="1328072166"/>
      </p:ext>
    </p:extLst>
  </p:cSld>
</p:sld>
</file>

<file path=ppt/slides/slide5.xml><?xml version="1.0" encoding="utf-8"?>
<p:sld xmlns:p="http://schemas.openxmlformats.org/presentationml/2006/main">
  <p:cSld>
    <p:bg>
      <p:bgPr>
        <a:solidFill xmlns:a="http://schemas.openxmlformats.org/drawingml/2006/main">
          <a:srgbClr val="08100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A519710-6A72-4A50-9980-66A195F6E4AD}"/>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FBFCF7"/>
                </a:solidFill>
                <a:latin typeface="PT Sans"/>
                <a:ea typeface="PT Sans"/>
                <a:cs typeface="PT Sans"/>
              </a:defRPr>
            </a:pPr>
            <a:r>
              <a:rPr sz="3225" b="1" i="0">
                <a:solidFill>
                  <a:srgbClr val="FBFCF7"/>
                </a:solidFill>
                <a:latin typeface="PT Sans"/>
                <a:ea typeface="PT Sans"/>
                <a:cs typeface="PT Sans"/>
              </a:rPr>
              <a:t>Жұмыс істейтін прототип</a:t>
            </a:r>
          </a:p>
        </p:txBody>
      </p:sp>
      <p:sp>
        <p:nvSpPr>
          <p:cNvPr id="2" name="">
            <a:extLst xmlns:a="http://schemas.openxmlformats.org/drawingml/2006/main">
              <a:ext uri="{FF2B5EF4-FFF2-40B4-BE49-F238E27FC236}">
                <a16:creationId xmlns:a16="http://schemas.microsoft.com/office/drawing/2014/main" id="{94A3870A-5E6D-4E5C-9A6F-25AAF7A21FAA}"/>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Working prototype</a:t>
            </a:r>
          </a:p>
        </p:txBody>
      </p:sp>
      <p:sp>
        <p:nvSpPr>
          <p:cNvPr id="3" name="">
            <a:extLst xmlns:a="http://schemas.openxmlformats.org/drawingml/2006/main">
              <a:ext uri="{FF2B5EF4-FFF2-40B4-BE49-F238E27FC236}">
                <a16:creationId xmlns:a16="http://schemas.microsoft.com/office/drawing/2014/main" id="{7B105CA0-8E92-4FDB-8550-EE985A0270EF}"/>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D8FF63"/>
                </a:solidFill>
                <a:latin typeface="PT Sans"/>
                <a:ea typeface="PT Sans"/>
                <a:cs typeface="PT Sans"/>
              </a:defRPr>
            </a:pPr>
            <a:r>
              <a:rPr sz="1425" b="1" i="0">
                <a:solidFill>
                  <a:srgbClr val="D8FF63"/>
                </a:solidFill>
                <a:latin typeface="PT Sans"/>
                <a:ea typeface="PT Sans"/>
                <a:cs typeface="PT Sans"/>
              </a:rPr>
              <a:t>05</a:t>
            </a:r>
          </a:p>
        </p:txBody>
      </p:sp>
      <p:sp>
        <p:nvSpPr>
          <p:cNvPr id="4" name="">
            <a:extLst xmlns:a="http://schemas.openxmlformats.org/drawingml/2006/main">
              <a:ext uri="{FF2B5EF4-FFF2-40B4-BE49-F238E27FC236}">
                <a16:creationId xmlns:a16="http://schemas.microsoft.com/office/drawing/2014/main" id="{76F1F489-6BB1-4529-92E0-658D596B6125}"/>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2B3730"/>
            </a:solidFill>
            <a:prstDash val="solid"/>
          </a:ln>
        </p:spPr>
      </p:sp>
      <p:sp>
        <p:nvSpPr>
          <p:cNvPr id="5" name="">
            <a:extLst xmlns:a="http://schemas.openxmlformats.org/drawingml/2006/main">
              <a:ext uri="{FF2B5EF4-FFF2-40B4-BE49-F238E27FC236}">
                <a16:creationId xmlns:a16="http://schemas.microsoft.com/office/drawing/2014/main" id="{43E09B54-B7C3-45D6-BC0F-1F71CF1CA5B4}"/>
              </a:ext>
            </a:extLst>
          </p:cNvPr>
          <p:cNvSpPr>
            <a:spLocks xmlns:a="http://schemas.openxmlformats.org/drawingml/2006/main" noGrp="1"/>
          </p:cNvSpPr>
          <p:nvPr/>
        </p:nvSpPr>
        <p:spPr>
          <a:xfrm xmlns:a="http://schemas.openxmlformats.org/drawingml/2006/main">
            <a:off x="685800" y="15240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i="0">
                <a:solidFill>
                  <a:srgbClr val="FBFCF7"/>
                </a:solidFill>
                <a:latin typeface="PT Sans"/>
                <a:ea typeface="PT Sans"/>
                <a:cs typeface="PT Sans"/>
              </a:defRPr>
            </a:pPr>
            <a:r>
              <a:rPr sz="2400" b="1" i="0">
                <a:solidFill>
                  <a:srgbClr val="FBFCF7"/>
                </a:solidFill>
                <a:latin typeface="PT Sans"/>
                <a:ea typeface="PT Sans"/>
                <a:cs typeface="PT Sans"/>
              </a:rPr>
              <a:t>SONORA үш тілде жұмыс істейді және дайын әнді толық сабаққа ашады</a:t>
            </a:r>
          </a:p>
        </p:txBody>
      </p:sp>
      <p:sp>
        <p:nvSpPr>
          <p:cNvPr id="6" name="">
            <a:extLst xmlns:a="http://schemas.openxmlformats.org/drawingml/2006/main">
              <a:ext uri="{FF2B5EF4-FFF2-40B4-BE49-F238E27FC236}">
                <a16:creationId xmlns:a16="http://schemas.microsoft.com/office/drawing/2014/main" id="{0B4C9317-29FF-4CC8-A802-BD5C5EBF2B82}"/>
              </a:ext>
            </a:extLst>
          </p:cNvPr>
          <p:cNvSpPr>
            <a:spLocks xmlns:a="http://schemas.openxmlformats.org/drawingml/2006/main" noGrp="1"/>
          </p:cNvSpPr>
          <p:nvPr/>
        </p:nvSpPr>
        <p:spPr>
          <a:xfrm xmlns:a="http://schemas.openxmlformats.org/drawingml/2006/main">
            <a:off x="742950" y="2781300"/>
            <a:ext cx="85725" cy="85725"/>
          </a:xfrm>
          <a:prstGeom xmlns:a="http://schemas.openxmlformats.org/drawingml/2006/main" prst="ellipse">
            <a:avLst/>
          </a:prstGeom>
          <a:solidFill xmlns:a="http://schemas.openxmlformats.org/drawingml/2006/main">
            <a:srgbClr val="D8FF6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5C6FE1-32C4-40FA-A3A0-9AA6B41A58E9}"/>
              </a:ext>
            </a:extLst>
          </p:cNvPr>
          <p:cNvSpPr>
            <a:spLocks xmlns:a="http://schemas.openxmlformats.org/drawingml/2006/main" noGrp="1"/>
          </p:cNvSpPr>
          <p:nvPr/>
        </p:nvSpPr>
        <p:spPr>
          <a:xfrm xmlns:a="http://schemas.openxmlformats.org/drawingml/2006/main">
            <a:off x="952500" y="2705100"/>
            <a:ext cx="3829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AAB5AE"/>
                </a:solidFill>
                <a:latin typeface="PT Sans"/>
                <a:ea typeface="PT Sans"/>
                <a:cs typeface="PT Sans"/>
              </a:defRPr>
            </a:pPr>
            <a:r>
              <a:rPr sz="1650" b="0" i="0">
                <a:solidFill>
                  <a:srgbClr val="AAB5AE"/>
                </a:solidFill>
                <a:latin typeface="PT Sans"/>
                <a:ea typeface="PT Sans"/>
                <a:cs typeface="PT Sans"/>
              </a:rPr>
              <a:t>6 тексерілген ән сабағы</a:t>
            </a:r>
          </a:p>
        </p:txBody>
      </p:sp>
      <p:sp>
        <p:nvSpPr>
          <p:cNvPr id="8" name="">
            <a:extLst xmlns:a="http://schemas.openxmlformats.org/drawingml/2006/main">
              <a:ext uri="{FF2B5EF4-FFF2-40B4-BE49-F238E27FC236}">
                <a16:creationId xmlns:a16="http://schemas.microsoft.com/office/drawing/2014/main" id="{8D6A5F8D-2DE7-4341-8A60-D6EF2EED720C}"/>
              </a:ext>
            </a:extLst>
          </p:cNvPr>
          <p:cNvSpPr>
            <a:spLocks xmlns:a="http://schemas.openxmlformats.org/drawingml/2006/main" noGrp="1"/>
          </p:cNvSpPr>
          <p:nvPr/>
        </p:nvSpPr>
        <p:spPr>
          <a:xfrm xmlns:a="http://schemas.openxmlformats.org/drawingml/2006/main">
            <a:off x="742950" y="3333750"/>
            <a:ext cx="85725" cy="85725"/>
          </a:xfrm>
          <a:prstGeom xmlns:a="http://schemas.openxmlformats.org/drawingml/2006/main" prst="ellipse">
            <a:avLst/>
          </a:prstGeom>
          <a:solidFill xmlns:a="http://schemas.openxmlformats.org/drawingml/2006/main">
            <a:srgbClr val="83B6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0CE96DA-11B6-4B0D-9857-3123A4D589F4}"/>
              </a:ext>
            </a:extLst>
          </p:cNvPr>
          <p:cNvSpPr>
            <a:spLocks xmlns:a="http://schemas.openxmlformats.org/drawingml/2006/main" noGrp="1"/>
          </p:cNvSpPr>
          <p:nvPr/>
        </p:nvSpPr>
        <p:spPr>
          <a:xfrm xmlns:a="http://schemas.openxmlformats.org/drawingml/2006/main">
            <a:off x="952500" y="3257550"/>
            <a:ext cx="3829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AAB5AE"/>
                </a:solidFill>
                <a:latin typeface="PT Sans"/>
                <a:ea typeface="PT Sans"/>
                <a:cs typeface="PT Sans"/>
              </a:defRPr>
            </a:pPr>
            <a:r>
              <a:rPr sz="1650" b="0" i="0">
                <a:solidFill>
                  <a:srgbClr val="AAB5AE"/>
                </a:solidFill>
                <a:latin typeface="PT Sans"/>
                <a:ea typeface="PT Sans"/>
                <a:cs typeface="PT Sans"/>
              </a:rPr>
              <a:t>Қазақша, English және русский</a:t>
            </a:r>
          </a:p>
        </p:txBody>
      </p:sp>
      <p:sp>
        <p:nvSpPr>
          <p:cNvPr id="10" name="">
            <a:extLst xmlns:a="http://schemas.openxmlformats.org/drawingml/2006/main">
              <a:ext uri="{FF2B5EF4-FFF2-40B4-BE49-F238E27FC236}">
                <a16:creationId xmlns:a16="http://schemas.microsoft.com/office/drawing/2014/main" id="{4495AED8-7D21-4BD8-BD3D-C5FD5CE8850D}"/>
              </a:ext>
            </a:extLst>
          </p:cNvPr>
          <p:cNvSpPr>
            <a:spLocks xmlns:a="http://schemas.openxmlformats.org/drawingml/2006/main" noGrp="1"/>
          </p:cNvSpPr>
          <p:nvPr/>
        </p:nvSpPr>
        <p:spPr>
          <a:xfrm xmlns:a="http://schemas.openxmlformats.org/drawingml/2006/main">
            <a:off x="742950" y="3886200"/>
            <a:ext cx="85725" cy="85725"/>
          </a:xfrm>
          <a:prstGeom xmlns:a="http://schemas.openxmlformats.org/drawingml/2006/main" prst="ellipse">
            <a:avLst/>
          </a:prstGeom>
          <a:solidFill xmlns:a="http://schemas.openxmlformats.org/drawingml/2006/main">
            <a:srgbClr val="8DE2C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E35AEA-42A4-421D-9C3C-889D92F6CD99}"/>
              </a:ext>
            </a:extLst>
          </p:cNvPr>
          <p:cNvSpPr>
            <a:spLocks xmlns:a="http://schemas.openxmlformats.org/drawingml/2006/main" noGrp="1"/>
          </p:cNvSpPr>
          <p:nvPr/>
        </p:nvSpPr>
        <p:spPr>
          <a:xfrm xmlns:a="http://schemas.openxmlformats.org/drawingml/2006/main">
            <a:off x="952500" y="3810000"/>
            <a:ext cx="3829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AAB5AE"/>
                </a:solidFill>
                <a:latin typeface="PT Sans"/>
                <a:ea typeface="PT Sans"/>
                <a:cs typeface="PT Sans"/>
              </a:defRPr>
            </a:pPr>
            <a:r>
              <a:rPr sz="1650" b="0" i="0">
                <a:solidFill>
                  <a:srgbClr val="AAB5AE"/>
                </a:solidFill>
                <a:latin typeface="PT Sans"/>
                <a:ea typeface="PT Sans"/>
                <a:cs typeface="PT Sans"/>
              </a:rPr>
              <a:t>Ресми плеер сайттың ішінде ашылады</a:t>
            </a:r>
          </a:p>
        </p:txBody>
      </p:sp>
      <p:sp>
        <p:nvSpPr>
          <p:cNvPr id="12" name="">
            <a:extLst xmlns:a="http://schemas.openxmlformats.org/drawingml/2006/main">
              <a:ext uri="{FF2B5EF4-FFF2-40B4-BE49-F238E27FC236}">
                <a16:creationId xmlns:a16="http://schemas.microsoft.com/office/drawing/2014/main" id="{FB286856-6A1C-4406-BC4A-95F29282984C}"/>
              </a:ext>
            </a:extLst>
          </p:cNvPr>
          <p:cNvSpPr>
            <a:spLocks xmlns:a="http://schemas.openxmlformats.org/drawingml/2006/main" noGrp="1"/>
          </p:cNvSpPr>
          <p:nvPr/>
        </p:nvSpPr>
        <p:spPr>
          <a:xfrm xmlns:a="http://schemas.openxmlformats.org/drawingml/2006/main">
            <a:off x="742950" y="4438650"/>
            <a:ext cx="85725" cy="85725"/>
          </a:xfrm>
          <a:prstGeom xmlns:a="http://schemas.openxmlformats.org/drawingml/2006/main" prst="ellipse">
            <a:avLst/>
          </a:prstGeom>
          <a:solidFill xmlns:a="http://schemas.openxmlformats.org/drawingml/2006/main">
            <a:srgbClr val="B69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F2A82F-9ED2-4CE9-AEA2-8EDD7053333D}"/>
              </a:ext>
            </a:extLst>
          </p:cNvPr>
          <p:cNvSpPr>
            <a:spLocks xmlns:a="http://schemas.openxmlformats.org/drawingml/2006/main" noGrp="1"/>
          </p:cNvSpPr>
          <p:nvPr/>
        </p:nvSpPr>
        <p:spPr>
          <a:xfrm xmlns:a="http://schemas.openxmlformats.org/drawingml/2006/main">
            <a:off x="952500" y="4362450"/>
            <a:ext cx="3829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AAB5AE"/>
                </a:solidFill>
                <a:latin typeface="PT Sans"/>
                <a:ea typeface="PT Sans"/>
                <a:cs typeface="PT Sans"/>
              </a:defRPr>
            </a:pPr>
            <a:r>
              <a:rPr sz="1650" b="0" i="0">
                <a:solidFill>
                  <a:srgbClr val="AAB5AE"/>
                </a:solidFill>
                <a:latin typeface="PT Sans"/>
                <a:ea typeface="PT Sans"/>
                <a:cs typeface="PT Sans"/>
              </a:rPr>
              <a:t>Қысқа үзіндіден жаңа сабақ құратын AI analyzer</a:t>
            </a:r>
          </a:p>
        </p:txBody>
      </p:sp>
      <p:sp>
        <p:nvSpPr>
          <p:cNvPr id="14" name="">
            <a:extLst xmlns:a="http://schemas.openxmlformats.org/drawingml/2006/main">
              <a:ext uri="{FF2B5EF4-FFF2-40B4-BE49-F238E27FC236}">
                <a16:creationId xmlns:a16="http://schemas.microsoft.com/office/drawing/2014/main" id="{FE30E1CD-05E3-4994-BF1C-7D5EEBB9CFB4}"/>
              </a:ext>
            </a:extLst>
          </p:cNvPr>
          <p:cNvSpPr>
            <a:spLocks xmlns:a="http://schemas.openxmlformats.org/drawingml/2006/main" noGrp="1"/>
          </p:cNvSpPr>
          <p:nvPr/>
        </p:nvSpPr>
        <p:spPr>
          <a:xfrm xmlns:a="http://schemas.openxmlformats.org/drawingml/2006/main">
            <a:off x="685800" y="5353050"/>
            <a:ext cx="4171950" cy="685800"/>
          </a:xfrm>
          <a:prstGeom xmlns:a="http://schemas.openxmlformats.org/drawingml/2006/main" prst="roundRect">
            <a:avLst>
              <a:gd name="adj" fmla="val 22222"/>
            </a:avLst>
          </a:prstGeom>
          <a:solidFill xmlns:a="http://schemas.openxmlformats.org/drawingml/2006/main">
            <a:srgbClr val="18231E"/>
          </a:solidFill>
          <a:ln xmlns:a="http://schemas.openxmlformats.org/drawingml/2006/main" w="9525">
            <a:solidFill>
              <a:srgbClr val="2F3D35"/>
            </a:solidFill>
            <a:prstDash val="solid"/>
          </a:ln>
        </p:spPr>
      </p:sp>
      <p:sp>
        <p:nvSpPr>
          <p:cNvPr id="15" name="">
            <a:extLst xmlns:a="http://schemas.openxmlformats.org/drawingml/2006/main">
              <a:ext uri="{FF2B5EF4-FFF2-40B4-BE49-F238E27FC236}">
                <a16:creationId xmlns:a16="http://schemas.microsoft.com/office/drawing/2014/main" id="{D206B8FF-EACF-434E-8748-FDAC93D4DC12}"/>
              </a:ext>
            </a:extLst>
          </p:cNvPr>
          <p:cNvSpPr>
            <a:spLocks xmlns:a="http://schemas.openxmlformats.org/drawingml/2006/main" noGrp="1"/>
          </p:cNvSpPr>
          <p:nvPr/>
        </p:nvSpPr>
        <p:spPr>
          <a:xfrm xmlns:a="http://schemas.openxmlformats.org/drawingml/2006/main">
            <a:off x="895350" y="5543550"/>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i="0">
                <a:solidFill>
                  <a:srgbClr val="D8FF63"/>
                </a:solidFill>
                <a:latin typeface="PT Sans"/>
                <a:ea typeface="PT Sans"/>
                <a:cs typeface="PT Sans"/>
              </a:defRPr>
            </a:pPr>
            <a:r>
              <a:rPr sz="1350" b="1" i="0">
                <a:solidFill>
                  <a:srgbClr val="D8FF63"/>
                </a:solidFill>
                <a:latin typeface="PT Sans"/>
                <a:ea typeface="PT Sans"/>
                <a:cs typeface="PT Sans"/>
              </a:rPr>
              <a:t>React frontend · Python FastAPI · SQLite</a:t>
            </a:r>
          </a:p>
        </p:txBody>
      </p:sp>
      <p:sp>
        <p:nvSpPr>
          <p:cNvPr id="16" name="">
            <a:extLst xmlns:a="http://schemas.openxmlformats.org/drawingml/2006/main">
              <a:ext uri="{FF2B5EF4-FFF2-40B4-BE49-F238E27FC236}">
                <a16:creationId xmlns:a16="http://schemas.microsoft.com/office/drawing/2014/main" id="{D1813FC8-1409-439C-9040-0CCB5E7183B1}"/>
              </a:ext>
            </a:extLst>
          </p:cNvPr>
          <p:cNvSpPr>
            <a:spLocks xmlns:a="http://schemas.openxmlformats.org/drawingml/2006/main" noGrp="1"/>
          </p:cNvSpPr>
          <p:nvPr/>
        </p:nvSpPr>
        <p:spPr>
          <a:xfrm xmlns:a="http://schemas.openxmlformats.org/drawingml/2006/main">
            <a:off x="5238750" y="1514475"/>
            <a:ext cx="6334125" cy="4572000"/>
          </a:xfrm>
          <a:prstGeom xmlns:a="http://schemas.openxmlformats.org/drawingml/2006/main" prst="roundRect">
            <a:avLst>
              <a:gd name="adj" fmla="val 5833"/>
            </a:avLst>
          </a:prstGeom>
          <a:solidFill xmlns:a="http://schemas.openxmlformats.org/drawingml/2006/main">
            <a:srgbClr val="243029"/>
          </a:solidFill>
          <a:ln xmlns:a="http://schemas.openxmlformats.org/drawingml/2006/main" w="9525">
            <a:solidFill>
              <a:srgbClr val="34443A"/>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4b9a27be5e8484a"/>
          <a:srcRect xmlns:a="http://schemas.openxmlformats.org/drawingml/2006/main" l="6449" t="0" r="6449" b="0"/>
          <a:stretch xmlns:a="http://schemas.openxmlformats.org/drawingml/2006/main">
            <a:fillRect l="0" t="0" r="0" b="0"/>
          </a:stretch>
        </p:blipFill>
        <p:spPr>
          <a:xfrm xmlns:a="http://schemas.openxmlformats.org/drawingml/2006/main">
            <a:off x="5286375" y="1562100"/>
            <a:ext cx="6238875" cy="4476750"/>
          </a:xfrm>
          <a:prstGeom xmlns:a="http://schemas.openxmlformats.org/drawingml/2006/main" prst="roundRect">
            <a:avLst>
              <a:gd name="adj" fmla="val 5106"/>
            </a:avLst>
          </a:prstGeom>
        </p:spPr>
      </p:pic>
      <p:sp>
        <p:nvSpPr>
          <p:cNvPr id="18" name="">
            <a:extLst xmlns:a="http://schemas.openxmlformats.org/drawingml/2006/main">
              <a:ext uri="{FF2B5EF4-FFF2-40B4-BE49-F238E27FC236}">
                <a16:creationId xmlns:a16="http://schemas.microsoft.com/office/drawing/2014/main" id="{80CFA3A4-8A7E-42D5-A414-FD4D7C10FB25}"/>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718079"/>
                </a:solidFill>
                <a:latin typeface="PT Sans"/>
                <a:ea typeface="PT Sans"/>
                <a:cs typeface="PT Sans"/>
              </a:defRPr>
            </a:pPr>
            <a:r>
              <a:rPr sz="975" b="1" i="0">
                <a:solidFill>
                  <a:srgbClr val="718079"/>
                </a:solidFill>
                <a:latin typeface="PT Sans"/>
                <a:ea typeface="PT Sans"/>
                <a:cs typeface="PT Sans"/>
              </a:rPr>
              <a:t>SONORA · ҒЫЛЫМИ ЖОБА</a:t>
            </a:r>
          </a:p>
        </p:txBody>
      </p:sp>
      <p:sp>
        <p:nvSpPr>
          <p:cNvPr id="19" name="">
            <a:extLst xmlns:a="http://schemas.openxmlformats.org/drawingml/2006/main">
              <a:ext uri="{FF2B5EF4-FFF2-40B4-BE49-F238E27FC236}">
                <a16:creationId xmlns:a16="http://schemas.microsoft.com/office/drawing/2014/main" id="{D7316D4D-C5E1-4DB1-9BD3-C925A15B5151}"/>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718079"/>
                </a:solidFill>
                <a:latin typeface="PT Sans"/>
                <a:ea typeface="PT Sans"/>
                <a:cs typeface="PT Sans"/>
              </a:defRPr>
            </a:pPr>
            <a:r>
              <a:rPr sz="975" b="0" i="0">
                <a:solidFill>
                  <a:srgbClr val="718079"/>
                </a:solidFill>
                <a:latin typeface="PT Sans"/>
                <a:ea typeface="PT Sans"/>
                <a:cs typeface="PT Sans"/>
              </a:rPr>
              <a:t>5 / 12</a:t>
            </a:r>
          </a:p>
        </p:txBody>
      </p:sp>
    </p:spTree>
    <p:extLst>
      <p:ext uri="{BB962C8B-B14F-4D97-AF65-F5344CB8AC3E}">
        <p14:creationId xmlns:p14="http://schemas.microsoft.com/office/powerpoint/2010/main" val="478322239"/>
      </p:ext>
    </p:extLst>
  </p:cSld>
</p:sld>
</file>

<file path=ppt/slides/slide6.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AB21AC4-43C2-41A2-846C-396BBC5150A8}"/>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17221D"/>
                </a:solidFill>
                <a:latin typeface="PT Sans"/>
                <a:ea typeface="PT Sans"/>
                <a:cs typeface="PT Sans"/>
              </a:defRPr>
            </a:pPr>
            <a:r>
              <a:rPr sz="3225" b="1" i="0">
                <a:solidFill>
                  <a:srgbClr val="17221D"/>
                </a:solidFill>
                <a:latin typeface="PT Sans"/>
                <a:ea typeface="PT Sans"/>
                <a:cs typeface="PT Sans"/>
              </a:rPr>
              <a:t>Жеті кезеңдік оқу моделі</a:t>
            </a:r>
          </a:p>
        </p:txBody>
      </p:sp>
      <p:sp>
        <p:nvSpPr>
          <p:cNvPr id="2" name="">
            <a:extLst xmlns:a="http://schemas.openxmlformats.org/drawingml/2006/main">
              <a:ext uri="{FF2B5EF4-FFF2-40B4-BE49-F238E27FC236}">
                <a16:creationId xmlns:a16="http://schemas.microsoft.com/office/drawing/2014/main" id="{9CB623D3-1B39-4201-960E-CE8A3127A986}"/>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68736C"/>
                </a:solidFill>
                <a:latin typeface="PT Sans"/>
                <a:ea typeface="PT Sans"/>
                <a:cs typeface="PT Sans"/>
              </a:defRPr>
            </a:pPr>
            <a:r>
              <a:rPr sz="1350" b="0" i="0">
                <a:solidFill>
                  <a:srgbClr val="68736C"/>
                </a:solidFill>
                <a:latin typeface="PT Sans"/>
                <a:ea typeface="PT Sans"/>
                <a:cs typeface="PT Sans"/>
              </a:rPr>
              <a:t>Seven-stage learning model</a:t>
            </a:r>
          </a:p>
        </p:txBody>
      </p:sp>
      <p:sp>
        <p:nvSpPr>
          <p:cNvPr id="3" name="">
            <a:extLst xmlns:a="http://schemas.openxmlformats.org/drawingml/2006/main">
              <a:ext uri="{FF2B5EF4-FFF2-40B4-BE49-F238E27FC236}">
                <a16:creationId xmlns:a16="http://schemas.microsoft.com/office/drawing/2014/main" id="{653ECC99-6AEA-43D8-9B3A-5CB53D7FADEA}"/>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06</a:t>
            </a:r>
          </a:p>
        </p:txBody>
      </p:sp>
      <p:sp>
        <p:nvSpPr>
          <p:cNvPr id="4" name="">
            <a:extLst xmlns:a="http://schemas.openxmlformats.org/drawingml/2006/main">
              <a:ext uri="{FF2B5EF4-FFF2-40B4-BE49-F238E27FC236}">
                <a16:creationId xmlns:a16="http://schemas.microsoft.com/office/drawing/2014/main" id="{FC048104-349E-4AEF-AABF-EAC1DF49C61F}"/>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D3D7CE"/>
            </a:solidFill>
            <a:prstDash val="solid"/>
          </a:ln>
        </p:spPr>
      </p:sp>
      <p:sp>
        <p:nvSpPr>
          <p:cNvPr id="5" name="">
            <a:extLst xmlns:a="http://schemas.openxmlformats.org/drawingml/2006/main">
              <a:ext uri="{FF2B5EF4-FFF2-40B4-BE49-F238E27FC236}">
                <a16:creationId xmlns:a16="http://schemas.microsoft.com/office/drawing/2014/main" id="{73853320-89A4-487C-88AD-475C7981B315}"/>
              </a:ext>
            </a:extLst>
          </p:cNvPr>
          <p:cNvSpPr>
            <a:spLocks xmlns:a="http://schemas.openxmlformats.org/drawingml/2006/main" noGrp="1"/>
          </p:cNvSpPr>
          <p:nvPr/>
        </p:nvSpPr>
        <p:spPr>
          <a:xfrm xmlns:a="http://schemas.openxmlformats.org/drawingml/2006/main">
            <a:off x="685800" y="15049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68736C"/>
                </a:solidFill>
                <a:latin typeface="PT Sans"/>
                <a:ea typeface="PT Sans"/>
                <a:cs typeface="PT Sans"/>
              </a:defRPr>
            </a:pPr>
            <a:r>
              <a:rPr sz="1650" b="0" i="0">
                <a:solidFill>
                  <a:srgbClr val="68736C"/>
                </a:solidFill>
                <a:latin typeface="PT Sans"/>
                <a:ea typeface="PT Sans"/>
                <a:cs typeface="PT Sans"/>
              </a:rPr>
              <a:t>Әр кезең нақты әрекетті талап етеді. Келесі кезең алдыңғы тапсырмалар аяқталған соң ашылады.</a:t>
            </a:r>
          </a:p>
        </p:txBody>
      </p:sp>
      <p:sp>
        <p:nvSpPr>
          <p:cNvPr id="6" name="">
            <a:extLst xmlns:a="http://schemas.openxmlformats.org/drawingml/2006/main">
              <a:ext uri="{FF2B5EF4-FFF2-40B4-BE49-F238E27FC236}">
                <a16:creationId xmlns:a16="http://schemas.microsoft.com/office/drawing/2014/main" id="{7345D003-74EE-49C1-AECB-463E3B697129}"/>
              </a:ext>
            </a:extLst>
          </p:cNvPr>
          <p:cNvSpPr>
            <a:spLocks xmlns:a="http://schemas.openxmlformats.org/drawingml/2006/main" noGrp="1"/>
          </p:cNvSpPr>
          <p:nvPr/>
        </p:nvSpPr>
        <p:spPr>
          <a:xfrm xmlns:a="http://schemas.openxmlformats.org/drawingml/2006/main">
            <a:off x="685800" y="2400300"/>
            <a:ext cx="2057400" cy="1200150"/>
          </a:xfrm>
          <a:prstGeom xmlns:a="http://schemas.openxmlformats.org/drawingml/2006/main" prst="roundRect">
            <a:avLst>
              <a:gd name="adj" fmla="val 17460"/>
            </a:avLst>
          </a:prstGeom>
          <a:solidFill xmlns:a="http://schemas.openxmlformats.org/drawingml/2006/main">
            <a:srgbClr val="FBFCF7"/>
          </a:solidFill>
          <a:ln xmlns:a="http://schemas.openxmlformats.org/drawingml/2006/main" w="9525">
            <a:solidFill>
              <a:srgbClr val="D7DBD2"/>
            </a:solidFill>
            <a:prstDash val="solid"/>
          </a:ln>
        </p:spPr>
      </p:sp>
      <p:sp>
        <p:nvSpPr>
          <p:cNvPr id="7" name="">
            <a:extLst xmlns:a="http://schemas.openxmlformats.org/drawingml/2006/main">
              <a:ext uri="{FF2B5EF4-FFF2-40B4-BE49-F238E27FC236}">
                <a16:creationId xmlns:a16="http://schemas.microsoft.com/office/drawing/2014/main" id="{C0817B19-D5B3-4E60-9339-9A0197EF5404}"/>
              </a:ext>
            </a:extLst>
          </p:cNvPr>
          <p:cNvSpPr>
            <a:spLocks xmlns:a="http://schemas.openxmlformats.org/drawingml/2006/main" noGrp="1"/>
          </p:cNvSpPr>
          <p:nvPr/>
        </p:nvSpPr>
        <p:spPr>
          <a:xfrm xmlns:a="http://schemas.openxmlformats.org/drawingml/2006/main">
            <a:off x="857250" y="2590800"/>
            <a:ext cx="361950" cy="361950"/>
          </a:xfrm>
          <a:prstGeom xmlns:a="http://schemas.openxmlformats.org/drawingml/2006/main" prst="ellipse">
            <a:avLst/>
          </a:prstGeom>
          <a:solidFill xmlns:a="http://schemas.openxmlformats.org/drawingml/2006/main">
            <a:srgbClr val="83B6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64EC87-8303-4C13-8A70-0808961082E2}"/>
              </a:ext>
            </a:extLst>
          </p:cNvPr>
          <p:cNvSpPr>
            <a:spLocks xmlns:a="http://schemas.openxmlformats.org/drawingml/2006/main" noGrp="1"/>
          </p:cNvSpPr>
          <p:nvPr/>
        </p:nvSpPr>
        <p:spPr>
          <a:xfrm xmlns:a="http://schemas.openxmlformats.org/drawingml/2006/main">
            <a:off x="857250" y="26193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1</a:t>
            </a:r>
          </a:p>
        </p:txBody>
      </p:sp>
      <p:sp>
        <p:nvSpPr>
          <p:cNvPr id="9" name="">
            <a:extLst xmlns:a="http://schemas.openxmlformats.org/drawingml/2006/main">
              <a:ext uri="{FF2B5EF4-FFF2-40B4-BE49-F238E27FC236}">
                <a16:creationId xmlns:a16="http://schemas.microsoft.com/office/drawing/2014/main" id="{090BBDAE-8C9D-4933-B2E1-0652D9B28728}"/>
              </a:ext>
            </a:extLst>
          </p:cNvPr>
          <p:cNvSpPr>
            <a:spLocks xmlns:a="http://schemas.openxmlformats.org/drawingml/2006/main" noGrp="1"/>
          </p:cNvSpPr>
          <p:nvPr/>
        </p:nvSpPr>
        <p:spPr>
          <a:xfrm xmlns:a="http://schemas.openxmlformats.org/drawingml/2006/main">
            <a:off x="1333500" y="2590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17221D"/>
                </a:solidFill>
                <a:latin typeface="PT Sans"/>
                <a:ea typeface="PT Sans"/>
                <a:cs typeface="PT Sans"/>
              </a:defRPr>
            </a:pPr>
            <a:r>
              <a:rPr sz="1650" b="1" i="0">
                <a:solidFill>
                  <a:srgbClr val="17221D"/>
                </a:solidFill>
                <a:latin typeface="PT Sans"/>
                <a:ea typeface="PT Sans"/>
                <a:cs typeface="PT Sans"/>
              </a:rPr>
              <a:t>Мақсат</a:t>
            </a:r>
          </a:p>
        </p:txBody>
      </p:sp>
      <p:sp>
        <p:nvSpPr>
          <p:cNvPr id="10" name="">
            <a:extLst xmlns:a="http://schemas.openxmlformats.org/drawingml/2006/main">
              <a:ext uri="{FF2B5EF4-FFF2-40B4-BE49-F238E27FC236}">
                <a16:creationId xmlns:a16="http://schemas.microsoft.com/office/drawing/2014/main" id="{9E435E5E-135F-4FDB-A297-1682C5D38E9C}"/>
              </a:ext>
            </a:extLst>
          </p:cNvPr>
          <p:cNvSpPr>
            <a:spLocks xmlns:a="http://schemas.openxmlformats.org/drawingml/2006/main" noGrp="1"/>
          </p:cNvSpPr>
          <p:nvPr/>
        </p:nvSpPr>
        <p:spPr>
          <a:xfrm xmlns:a="http://schemas.openxmlformats.org/drawingml/2006/main">
            <a:off x="1333500" y="300037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68736C"/>
                </a:solidFill>
                <a:latin typeface="PT Sans"/>
                <a:ea typeface="PT Sans"/>
                <a:cs typeface="PT Sans"/>
              </a:defRPr>
            </a:pPr>
            <a:r>
              <a:rPr sz="1200" b="0" i="0">
                <a:solidFill>
                  <a:srgbClr val="68736C"/>
                </a:solidFill>
                <a:latin typeface="PT Sans"/>
                <a:ea typeface="PT Sans"/>
                <a:cs typeface="PT Sans"/>
              </a:rPr>
              <a:t>Goal</a:t>
            </a:r>
          </a:p>
        </p:txBody>
      </p:sp>
      <p:sp>
        <p:nvSpPr>
          <p:cNvPr id="11" name="">
            <a:extLst xmlns:a="http://schemas.openxmlformats.org/drawingml/2006/main">
              <a:ext uri="{FF2B5EF4-FFF2-40B4-BE49-F238E27FC236}">
                <a16:creationId xmlns:a16="http://schemas.microsoft.com/office/drawing/2014/main" id="{A750108C-5D89-41BC-9548-378380038C70}"/>
              </a:ext>
            </a:extLst>
          </p:cNvPr>
          <p:cNvSpPr>
            <a:spLocks xmlns:a="http://schemas.openxmlformats.org/drawingml/2006/main" noGrp="1"/>
          </p:cNvSpPr>
          <p:nvPr/>
        </p:nvSpPr>
        <p:spPr>
          <a:xfrm xmlns:a="http://schemas.openxmlformats.org/drawingml/2006/main">
            <a:off x="3448050" y="2400300"/>
            <a:ext cx="2057400" cy="1200150"/>
          </a:xfrm>
          <a:prstGeom xmlns:a="http://schemas.openxmlformats.org/drawingml/2006/main" prst="roundRect">
            <a:avLst>
              <a:gd name="adj" fmla="val 17460"/>
            </a:avLst>
          </a:prstGeom>
          <a:solidFill xmlns:a="http://schemas.openxmlformats.org/drawingml/2006/main">
            <a:srgbClr val="FBFCF7"/>
          </a:solidFill>
          <a:ln xmlns:a="http://schemas.openxmlformats.org/drawingml/2006/main" w="9525">
            <a:solidFill>
              <a:srgbClr val="D7DBD2"/>
            </a:solidFill>
            <a:prstDash val="solid"/>
          </a:ln>
        </p:spPr>
      </p:sp>
      <p:sp>
        <p:nvSpPr>
          <p:cNvPr id="12" name="">
            <a:extLst xmlns:a="http://schemas.openxmlformats.org/drawingml/2006/main">
              <a:ext uri="{FF2B5EF4-FFF2-40B4-BE49-F238E27FC236}">
                <a16:creationId xmlns:a16="http://schemas.microsoft.com/office/drawing/2014/main" id="{AFBAC57C-6A00-47EC-809D-134874E35C61}"/>
              </a:ext>
            </a:extLst>
          </p:cNvPr>
          <p:cNvSpPr>
            <a:spLocks xmlns:a="http://schemas.openxmlformats.org/drawingml/2006/main" noGrp="1"/>
          </p:cNvSpPr>
          <p:nvPr/>
        </p:nvSpPr>
        <p:spPr>
          <a:xfrm xmlns:a="http://schemas.openxmlformats.org/drawingml/2006/main">
            <a:off x="3619500" y="2590800"/>
            <a:ext cx="361950" cy="361950"/>
          </a:xfrm>
          <a:prstGeom xmlns:a="http://schemas.openxmlformats.org/drawingml/2006/main" prst="ellipse">
            <a:avLst/>
          </a:prstGeom>
          <a:solidFill xmlns:a="http://schemas.openxmlformats.org/drawingml/2006/main">
            <a:srgbClr val="B69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70A3329-1DED-417D-BCAD-CFBBDD1440AD}"/>
              </a:ext>
            </a:extLst>
          </p:cNvPr>
          <p:cNvSpPr>
            <a:spLocks xmlns:a="http://schemas.openxmlformats.org/drawingml/2006/main" noGrp="1"/>
          </p:cNvSpPr>
          <p:nvPr/>
        </p:nvSpPr>
        <p:spPr>
          <a:xfrm xmlns:a="http://schemas.openxmlformats.org/drawingml/2006/main">
            <a:off x="3619500" y="26193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2</a:t>
            </a:r>
          </a:p>
        </p:txBody>
      </p:sp>
      <p:sp>
        <p:nvSpPr>
          <p:cNvPr id="14" name="">
            <a:extLst xmlns:a="http://schemas.openxmlformats.org/drawingml/2006/main">
              <a:ext uri="{FF2B5EF4-FFF2-40B4-BE49-F238E27FC236}">
                <a16:creationId xmlns:a16="http://schemas.microsoft.com/office/drawing/2014/main" id="{A0A63E14-01E8-41E6-8822-39A276B8AC86}"/>
              </a:ext>
            </a:extLst>
          </p:cNvPr>
          <p:cNvSpPr>
            <a:spLocks xmlns:a="http://schemas.openxmlformats.org/drawingml/2006/main" noGrp="1"/>
          </p:cNvSpPr>
          <p:nvPr/>
        </p:nvSpPr>
        <p:spPr>
          <a:xfrm xmlns:a="http://schemas.openxmlformats.org/drawingml/2006/main">
            <a:off x="4095750" y="2590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17221D"/>
                </a:solidFill>
                <a:latin typeface="PT Sans"/>
                <a:ea typeface="PT Sans"/>
                <a:cs typeface="PT Sans"/>
              </a:defRPr>
            </a:pPr>
            <a:r>
              <a:rPr sz="1650" b="1" i="0">
                <a:solidFill>
                  <a:srgbClr val="17221D"/>
                </a:solidFill>
                <a:latin typeface="PT Sans"/>
                <a:ea typeface="PT Sans"/>
                <a:cs typeface="PT Sans"/>
              </a:rPr>
              <a:t>Мағына</a:t>
            </a:r>
          </a:p>
        </p:txBody>
      </p:sp>
      <p:sp>
        <p:nvSpPr>
          <p:cNvPr id="15" name="">
            <a:extLst xmlns:a="http://schemas.openxmlformats.org/drawingml/2006/main">
              <a:ext uri="{FF2B5EF4-FFF2-40B4-BE49-F238E27FC236}">
                <a16:creationId xmlns:a16="http://schemas.microsoft.com/office/drawing/2014/main" id="{5BFCAF6D-DCCA-42D8-90BD-31B363F90E05}"/>
              </a:ext>
            </a:extLst>
          </p:cNvPr>
          <p:cNvSpPr>
            <a:spLocks xmlns:a="http://schemas.openxmlformats.org/drawingml/2006/main" noGrp="1"/>
          </p:cNvSpPr>
          <p:nvPr/>
        </p:nvSpPr>
        <p:spPr>
          <a:xfrm xmlns:a="http://schemas.openxmlformats.org/drawingml/2006/main">
            <a:off x="4095750" y="300037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68736C"/>
                </a:solidFill>
                <a:latin typeface="PT Sans"/>
                <a:ea typeface="PT Sans"/>
                <a:cs typeface="PT Sans"/>
              </a:defRPr>
            </a:pPr>
            <a:r>
              <a:rPr sz="1200" b="0" i="0">
                <a:solidFill>
                  <a:srgbClr val="68736C"/>
                </a:solidFill>
                <a:latin typeface="PT Sans"/>
                <a:ea typeface="PT Sans"/>
                <a:cs typeface="PT Sans"/>
              </a:rPr>
              <a:t>Meaning</a:t>
            </a:r>
          </a:p>
        </p:txBody>
      </p:sp>
      <p:sp>
        <p:nvSpPr>
          <p:cNvPr id="16" name="">
            <a:extLst xmlns:a="http://schemas.openxmlformats.org/drawingml/2006/main">
              <a:ext uri="{FF2B5EF4-FFF2-40B4-BE49-F238E27FC236}">
                <a16:creationId xmlns:a16="http://schemas.microsoft.com/office/drawing/2014/main" id="{DBFF29DC-377E-4FE2-B0B4-B78754A32726}"/>
              </a:ext>
            </a:extLst>
          </p:cNvPr>
          <p:cNvSpPr>
            <a:spLocks xmlns:a="http://schemas.openxmlformats.org/drawingml/2006/main" noGrp="1"/>
          </p:cNvSpPr>
          <p:nvPr/>
        </p:nvSpPr>
        <p:spPr>
          <a:xfrm xmlns:a="http://schemas.openxmlformats.org/drawingml/2006/main">
            <a:off x="6210300" y="2400300"/>
            <a:ext cx="2057400" cy="1200150"/>
          </a:xfrm>
          <a:prstGeom xmlns:a="http://schemas.openxmlformats.org/drawingml/2006/main" prst="roundRect">
            <a:avLst>
              <a:gd name="adj" fmla="val 17460"/>
            </a:avLst>
          </a:prstGeom>
          <a:solidFill xmlns:a="http://schemas.openxmlformats.org/drawingml/2006/main">
            <a:srgbClr val="FBFCF7"/>
          </a:solidFill>
          <a:ln xmlns:a="http://schemas.openxmlformats.org/drawingml/2006/main" w="9525">
            <a:solidFill>
              <a:srgbClr val="D7DBD2"/>
            </a:solidFill>
            <a:prstDash val="solid"/>
          </a:ln>
        </p:spPr>
      </p:sp>
      <p:sp>
        <p:nvSpPr>
          <p:cNvPr id="17" name="">
            <a:extLst xmlns:a="http://schemas.openxmlformats.org/drawingml/2006/main">
              <a:ext uri="{FF2B5EF4-FFF2-40B4-BE49-F238E27FC236}">
                <a16:creationId xmlns:a16="http://schemas.microsoft.com/office/drawing/2014/main" id="{B3C277A5-2BBD-49B7-B928-D841F566E020}"/>
              </a:ext>
            </a:extLst>
          </p:cNvPr>
          <p:cNvSpPr>
            <a:spLocks xmlns:a="http://schemas.openxmlformats.org/drawingml/2006/main" noGrp="1"/>
          </p:cNvSpPr>
          <p:nvPr/>
        </p:nvSpPr>
        <p:spPr>
          <a:xfrm xmlns:a="http://schemas.openxmlformats.org/drawingml/2006/main">
            <a:off x="6381750" y="2590800"/>
            <a:ext cx="361950" cy="361950"/>
          </a:xfrm>
          <a:prstGeom xmlns:a="http://schemas.openxmlformats.org/drawingml/2006/main" prst="ellipse">
            <a:avLst/>
          </a:prstGeom>
          <a:solidFill xmlns:a="http://schemas.openxmlformats.org/drawingml/2006/main">
            <a:srgbClr val="8DE2C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020E0FA-5163-4FF1-9E58-5675DC450AF5}"/>
              </a:ext>
            </a:extLst>
          </p:cNvPr>
          <p:cNvSpPr>
            <a:spLocks xmlns:a="http://schemas.openxmlformats.org/drawingml/2006/main" noGrp="1"/>
          </p:cNvSpPr>
          <p:nvPr/>
        </p:nvSpPr>
        <p:spPr>
          <a:xfrm xmlns:a="http://schemas.openxmlformats.org/drawingml/2006/main">
            <a:off x="6381750" y="26193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3</a:t>
            </a:r>
          </a:p>
        </p:txBody>
      </p:sp>
      <p:sp>
        <p:nvSpPr>
          <p:cNvPr id="19" name="">
            <a:extLst xmlns:a="http://schemas.openxmlformats.org/drawingml/2006/main">
              <a:ext uri="{FF2B5EF4-FFF2-40B4-BE49-F238E27FC236}">
                <a16:creationId xmlns:a16="http://schemas.microsoft.com/office/drawing/2014/main" id="{DB93E64A-A06D-4B71-8973-AAE40CDC00D0}"/>
              </a:ext>
            </a:extLst>
          </p:cNvPr>
          <p:cNvSpPr>
            <a:spLocks xmlns:a="http://schemas.openxmlformats.org/drawingml/2006/main" noGrp="1"/>
          </p:cNvSpPr>
          <p:nvPr/>
        </p:nvSpPr>
        <p:spPr>
          <a:xfrm xmlns:a="http://schemas.openxmlformats.org/drawingml/2006/main">
            <a:off x="6858000" y="2590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17221D"/>
                </a:solidFill>
                <a:latin typeface="PT Sans"/>
                <a:ea typeface="PT Sans"/>
                <a:cs typeface="PT Sans"/>
              </a:defRPr>
            </a:pPr>
            <a:r>
              <a:rPr sz="1650" b="1" i="0">
                <a:solidFill>
                  <a:srgbClr val="17221D"/>
                </a:solidFill>
                <a:latin typeface="PT Sans"/>
                <a:ea typeface="PT Sans"/>
                <a:cs typeface="PT Sans"/>
              </a:rPr>
              <a:t>Тыңдалым</a:t>
            </a:r>
          </a:p>
        </p:txBody>
      </p:sp>
      <p:sp>
        <p:nvSpPr>
          <p:cNvPr id="20" name="">
            <a:extLst xmlns:a="http://schemas.openxmlformats.org/drawingml/2006/main">
              <a:ext uri="{FF2B5EF4-FFF2-40B4-BE49-F238E27FC236}">
                <a16:creationId xmlns:a16="http://schemas.microsoft.com/office/drawing/2014/main" id="{BDB554A7-3D58-4297-A5A8-18FF62BD8303}"/>
              </a:ext>
            </a:extLst>
          </p:cNvPr>
          <p:cNvSpPr>
            <a:spLocks xmlns:a="http://schemas.openxmlformats.org/drawingml/2006/main" noGrp="1"/>
          </p:cNvSpPr>
          <p:nvPr/>
        </p:nvSpPr>
        <p:spPr>
          <a:xfrm xmlns:a="http://schemas.openxmlformats.org/drawingml/2006/main">
            <a:off x="6858000" y="300037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68736C"/>
                </a:solidFill>
                <a:latin typeface="PT Sans"/>
                <a:ea typeface="PT Sans"/>
                <a:cs typeface="PT Sans"/>
              </a:defRPr>
            </a:pPr>
            <a:r>
              <a:rPr sz="1200" b="0" i="0">
                <a:solidFill>
                  <a:srgbClr val="68736C"/>
                </a:solidFill>
                <a:latin typeface="PT Sans"/>
                <a:ea typeface="PT Sans"/>
                <a:cs typeface="PT Sans"/>
              </a:rPr>
              <a:t>Listening</a:t>
            </a:r>
          </a:p>
        </p:txBody>
      </p:sp>
      <p:sp>
        <p:nvSpPr>
          <p:cNvPr id="21" name="">
            <a:extLst xmlns:a="http://schemas.openxmlformats.org/drawingml/2006/main">
              <a:ext uri="{FF2B5EF4-FFF2-40B4-BE49-F238E27FC236}">
                <a16:creationId xmlns:a16="http://schemas.microsoft.com/office/drawing/2014/main" id="{2B896C9E-5A9A-435E-94DA-7C3C2EDE4E4A}"/>
              </a:ext>
            </a:extLst>
          </p:cNvPr>
          <p:cNvSpPr>
            <a:spLocks xmlns:a="http://schemas.openxmlformats.org/drawingml/2006/main" noGrp="1"/>
          </p:cNvSpPr>
          <p:nvPr/>
        </p:nvSpPr>
        <p:spPr>
          <a:xfrm xmlns:a="http://schemas.openxmlformats.org/drawingml/2006/main">
            <a:off x="8972550" y="2400300"/>
            <a:ext cx="2057400" cy="1200150"/>
          </a:xfrm>
          <a:prstGeom xmlns:a="http://schemas.openxmlformats.org/drawingml/2006/main" prst="roundRect">
            <a:avLst>
              <a:gd name="adj" fmla="val 17460"/>
            </a:avLst>
          </a:prstGeom>
          <a:solidFill xmlns:a="http://schemas.openxmlformats.org/drawingml/2006/main">
            <a:srgbClr val="FBFCF7"/>
          </a:solidFill>
          <a:ln xmlns:a="http://schemas.openxmlformats.org/drawingml/2006/main" w="9525">
            <a:solidFill>
              <a:srgbClr val="D7DBD2"/>
            </a:solidFill>
            <a:prstDash val="solid"/>
          </a:ln>
        </p:spPr>
      </p:sp>
      <p:sp>
        <p:nvSpPr>
          <p:cNvPr id="22" name="">
            <a:extLst xmlns:a="http://schemas.openxmlformats.org/drawingml/2006/main">
              <a:ext uri="{FF2B5EF4-FFF2-40B4-BE49-F238E27FC236}">
                <a16:creationId xmlns:a16="http://schemas.microsoft.com/office/drawing/2014/main" id="{1C008878-E34D-4E9B-8E67-EA752691BAEB}"/>
              </a:ext>
            </a:extLst>
          </p:cNvPr>
          <p:cNvSpPr>
            <a:spLocks xmlns:a="http://schemas.openxmlformats.org/drawingml/2006/main" noGrp="1"/>
          </p:cNvSpPr>
          <p:nvPr/>
        </p:nvSpPr>
        <p:spPr>
          <a:xfrm xmlns:a="http://schemas.openxmlformats.org/drawingml/2006/main">
            <a:off x="9144000" y="2590800"/>
            <a:ext cx="361950" cy="361950"/>
          </a:xfrm>
          <a:prstGeom xmlns:a="http://schemas.openxmlformats.org/drawingml/2006/main" prst="ellipse">
            <a:avLst/>
          </a:prstGeom>
          <a:solidFill xmlns:a="http://schemas.openxmlformats.org/drawingml/2006/main">
            <a:srgbClr val="B8E84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9F9C9C9-1617-4307-BAD9-18D87566E06A}"/>
              </a:ext>
            </a:extLst>
          </p:cNvPr>
          <p:cNvSpPr>
            <a:spLocks xmlns:a="http://schemas.openxmlformats.org/drawingml/2006/main" noGrp="1"/>
          </p:cNvSpPr>
          <p:nvPr/>
        </p:nvSpPr>
        <p:spPr>
          <a:xfrm xmlns:a="http://schemas.openxmlformats.org/drawingml/2006/main">
            <a:off x="9144000" y="26193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4</a:t>
            </a:r>
          </a:p>
        </p:txBody>
      </p:sp>
      <p:sp>
        <p:nvSpPr>
          <p:cNvPr id="24" name="">
            <a:extLst xmlns:a="http://schemas.openxmlformats.org/drawingml/2006/main">
              <a:ext uri="{FF2B5EF4-FFF2-40B4-BE49-F238E27FC236}">
                <a16:creationId xmlns:a16="http://schemas.microsoft.com/office/drawing/2014/main" id="{C22E037D-26A8-4651-B326-FCEC9A20EB8E}"/>
              </a:ext>
            </a:extLst>
          </p:cNvPr>
          <p:cNvSpPr>
            <a:spLocks xmlns:a="http://schemas.openxmlformats.org/drawingml/2006/main" noGrp="1"/>
          </p:cNvSpPr>
          <p:nvPr/>
        </p:nvSpPr>
        <p:spPr>
          <a:xfrm xmlns:a="http://schemas.openxmlformats.org/drawingml/2006/main">
            <a:off x="9620250" y="2590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17221D"/>
                </a:solidFill>
                <a:latin typeface="PT Sans"/>
                <a:ea typeface="PT Sans"/>
                <a:cs typeface="PT Sans"/>
              </a:defRPr>
            </a:pPr>
            <a:r>
              <a:rPr sz="1650" b="1" i="0">
                <a:solidFill>
                  <a:srgbClr val="17221D"/>
                </a:solidFill>
                <a:latin typeface="PT Sans"/>
                <a:ea typeface="PT Sans"/>
                <a:cs typeface="PT Sans"/>
              </a:rPr>
              <a:t>Сөздік</a:t>
            </a:r>
          </a:p>
        </p:txBody>
      </p:sp>
      <p:sp>
        <p:nvSpPr>
          <p:cNvPr id="25" name="">
            <a:extLst xmlns:a="http://schemas.openxmlformats.org/drawingml/2006/main">
              <a:ext uri="{FF2B5EF4-FFF2-40B4-BE49-F238E27FC236}">
                <a16:creationId xmlns:a16="http://schemas.microsoft.com/office/drawing/2014/main" id="{41CB6B8E-BE7A-4B65-912F-EA8E1BF6A1F1}"/>
              </a:ext>
            </a:extLst>
          </p:cNvPr>
          <p:cNvSpPr>
            <a:spLocks xmlns:a="http://schemas.openxmlformats.org/drawingml/2006/main" noGrp="1"/>
          </p:cNvSpPr>
          <p:nvPr/>
        </p:nvSpPr>
        <p:spPr>
          <a:xfrm xmlns:a="http://schemas.openxmlformats.org/drawingml/2006/main">
            <a:off x="9620250" y="300037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68736C"/>
                </a:solidFill>
                <a:latin typeface="PT Sans"/>
                <a:ea typeface="PT Sans"/>
                <a:cs typeface="PT Sans"/>
              </a:defRPr>
            </a:pPr>
            <a:r>
              <a:rPr sz="1200" b="0" i="0">
                <a:solidFill>
                  <a:srgbClr val="68736C"/>
                </a:solidFill>
                <a:latin typeface="PT Sans"/>
                <a:ea typeface="PT Sans"/>
                <a:cs typeface="PT Sans"/>
              </a:rPr>
              <a:t>Vocabulary</a:t>
            </a:r>
          </a:p>
        </p:txBody>
      </p:sp>
      <p:sp>
        <p:nvSpPr>
          <p:cNvPr id="26" name="">
            <a:extLst xmlns:a="http://schemas.openxmlformats.org/drawingml/2006/main">
              <a:ext uri="{FF2B5EF4-FFF2-40B4-BE49-F238E27FC236}">
                <a16:creationId xmlns:a16="http://schemas.microsoft.com/office/drawing/2014/main" id="{594D74B2-B31F-4BA0-9EE6-B0C661BDA6C2}"/>
              </a:ext>
            </a:extLst>
          </p:cNvPr>
          <p:cNvSpPr>
            <a:spLocks xmlns:a="http://schemas.openxmlformats.org/drawingml/2006/main" noGrp="1"/>
          </p:cNvSpPr>
          <p:nvPr/>
        </p:nvSpPr>
        <p:spPr>
          <a:xfrm xmlns:a="http://schemas.openxmlformats.org/drawingml/2006/main">
            <a:off x="8972550" y="4495800"/>
            <a:ext cx="2057400" cy="1200150"/>
          </a:xfrm>
          <a:prstGeom xmlns:a="http://schemas.openxmlformats.org/drawingml/2006/main" prst="roundRect">
            <a:avLst>
              <a:gd name="adj" fmla="val 17460"/>
            </a:avLst>
          </a:prstGeom>
          <a:solidFill xmlns:a="http://schemas.openxmlformats.org/drawingml/2006/main">
            <a:srgbClr val="FBFCF7"/>
          </a:solidFill>
          <a:ln xmlns:a="http://schemas.openxmlformats.org/drawingml/2006/main" w="9525">
            <a:solidFill>
              <a:srgbClr val="D7DBD2"/>
            </a:solidFill>
            <a:prstDash val="solid"/>
          </a:ln>
        </p:spPr>
      </p:sp>
      <p:sp>
        <p:nvSpPr>
          <p:cNvPr id="27" name="">
            <a:extLst xmlns:a="http://schemas.openxmlformats.org/drawingml/2006/main">
              <a:ext uri="{FF2B5EF4-FFF2-40B4-BE49-F238E27FC236}">
                <a16:creationId xmlns:a16="http://schemas.microsoft.com/office/drawing/2014/main" id="{1B1D6E2B-2BF3-41AA-9C82-99EF710B84F4}"/>
              </a:ext>
            </a:extLst>
          </p:cNvPr>
          <p:cNvSpPr>
            <a:spLocks xmlns:a="http://schemas.openxmlformats.org/drawingml/2006/main" noGrp="1"/>
          </p:cNvSpPr>
          <p:nvPr/>
        </p:nvSpPr>
        <p:spPr>
          <a:xfrm xmlns:a="http://schemas.openxmlformats.org/drawingml/2006/main">
            <a:off x="9144000" y="4686300"/>
            <a:ext cx="361950" cy="361950"/>
          </a:xfrm>
          <a:prstGeom xmlns:a="http://schemas.openxmlformats.org/drawingml/2006/main" prst="ellipse">
            <a:avLst/>
          </a:prstGeom>
          <a:solidFill xmlns:a="http://schemas.openxmlformats.org/drawingml/2006/main">
            <a:srgbClr val="F7CA66"/>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0A5E785-97D4-41C9-BA99-14201EDB701A}"/>
              </a:ext>
            </a:extLst>
          </p:cNvPr>
          <p:cNvSpPr>
            <a:spLocks xmlns:a="http://schemas.openxmlformats.org/drawingml/2006/main" noGrp="1"/>
          </p:cNvSpPr>
          <p:nvPr/>
        </p:nvSpPr>
        <p:spPr>
          <a:xfrm xmlns:a="http://schemas.openxmlformats.org/drawingml/2006/main">
            <a:off x="9144000" y="47148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5</a:t>
            </a:r>
          </a:p>
        </p:txBody>
      </p:sp>
      <p:sp>
        <p:nvSpPr>
          <p:cNvPr id="29" name="">
            <a:extLst xmlns:a="http://schemas.openxmlformats.org/drawingml/2006/main">
              <a:ext uri="{FF2B5EF4-FFF2-40B4-BE49-F238E27FC236}">
                <a16:creationId xmlns:a16="http://schemas.microsoft.com/office/drawing/2014/main" id="{DBF1BE8F-1E06-43DE-8CED-0B82E8B3F169}"/>
              </a:ext>
            </a:extLst>
          </p:cNvPr>
          <p:cNvSpPr>
            <a:spLocks xmlns:a="http://schemas.openxmlformats.org/drawingml/2006/main" noGrp="1"/>
          </p:cNvSpPr>
          <p:nvPr/>
        </p:nvSpPr>
        <p:spPr>
          <a:xfrm xmlns:a="http://schemas.openxmlformats.org/drawingml/2006/main">
            <a:off x="9620250" y="46863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17221D"/>
                </a:solidFill>
                <a:latin typeface="PT Sans"/>
                <a:ea typeface="PT Sans"/>
                <a:cs typeface="PT Sans"/>
              </a:defRPr>
            </a:pPr>
            <a:r>
              <a:rPr sz="1650" b="1" i="0">
                <a:solidFill>
                  <a:srgbClr val="17221D"/>
                </a:solidFill>
                <a:latin typeface="PT Sans"/>
                <a:ea typeface="PT Sans"/>
                <a:cs typeface="PT Sans"/>
              </a:rPr>
              <a:t>Регистр</a:t>
            </a:r>
          </a:p>
        </p:txBody>
      </p:sp>
      <p:sp>
        <p:nvSpPr>
          <p:cNvPr id="30" name="">
            <a:extLst xmlns:a="http://schemas.openxmlformats.org/drawingml/2006/main">
              <a:ext uri="{FF2B5EF4-FFF2-40B4-BE49-F238E27FC236}">
                <a16:creationId xmlns:a16="http://schemas.microsoft.com/office/drawing/2014/main" id="{EAD00E9E-E0DA-4E8D-8605-EA2A1D2470D5}"/>
              </a:ext>
            </a:extLst>
          </p:cNvPr>
          <p:cNvSpPr>
            <a:spLocks xmlns:a="http://schemas.openxmlformats.org/drawingml/2006/main" noGrp="1"/>
          </p:cNvSpPr>
          <p:nvPr/>
        </p:nvSpPr>
        <p:spPr>
          <a:xfrm xmlns:a="http://schemas.openxmlformats.org/drawingml/2006/main">
            <a:off x="9620250" y="509587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68736C"/>
                </a:solidFill>
                <a:latin typeface="PT Sans"/>
                <a:ea typeface="PT Sans"/>
                <a:cs typeface="PT Sans"/>
              </a:defRPr>
            </a:pPr>
            <a:r>
              <a:rPr sz="1200" b="0" i="0">
                <a:solidFill>
                  <a:srgbClr val="68736C"/>
                </a:solidFill>
                <a:latin typeface="PT Sans"/>
                <a:ea typeface="PT Sans"/>
                <a:cs typeface="PT Sans"/>
              </a:rPr>
              <a:t>Language Lab</a:t>
            </a:r>
          </a:p>
        </p:txBody>
      </p:sp>
      <p:sp>
        <p:nvSpPr>
          <p:cNvPr id="31" name="">
            <a:extLst xmlns:a="http://schemas.openxmlformats.org/drawingml/2006/main">
              <a:ext uri="{FF2B5EF4-FFF2-40B4-BE49-F238E27FC236}">
                <a16:creationId xmlns:a16="http://schemas.microsoft.com/office/drawing/2014/main" id="{229246C1-3215-4A52-BB7F-D85C7905E6F0}"/>
              </a:ext>
            </a:extLst>
          </p:cNvPr>
          <p:cNvSpPr>
            <a:spLocks xmlns:a="http://schemas.openxmlformats.org/drawingml/2006/main" noGrp="1"/>
          </p:cNvSpPr>
          <p:nvPr/>
        </p:nvSpPr>
        <p:spPr>
          <a:xfrm xmlns:a="http://schemas.openxmlformats.org/drawingml/2006/main">
            <a:off x="6210300" y="4495800"/>
            <a:ext cx="2057400" cy="1200150"/>
          </a:xfrm>
          <a:prstGeom xmlns:a="http://schemas.openxmlformats.org/drawingml/2006/main" prst="roundRect">
            <a:avLst>
              <a:gd name="adj" fmla="val 17460"/>
            </a:avLst>
          </a:prstGeom>
          <a:solidFill xmlns:a="http://schemas.openxmlformats.org/drawingml/2006/main">
            <a:srgbClr val="FBFCF7"/>
          </a:solidFill>
          <a:ln xmlns:a="http://schemas.openxmlformats.org/drawingml/2006/main" w="9525">
            <a:solidFill>
              <a:srgbClr val="D7DBD2"/>
            </a:solidFill>
            <a:prstDash val="solid"/>
          </a:ln>
        </p:spPr>
      </p:sp>
      <p:sp>
        <p:nvSpPr>
          <p:cNvPr id="32" name="">
            <a:extLst xmlns:a="http://schemas.openxmlformats.org/drawingml/2006/main">
              <a:ext uri="{FF2B5EF4-FFF2-40B4-BE49-F238E27FC236}">
                <a16:creationId xmlns:a16="http://schemas.microsoft.com/office/drawing/2014/main" id="{EAF95E31-871F-462E-9DA5-A4EEE858338D}"/>
              </a:ext>
            </a:extLst>
          </p:cNvPr>
          <p:cNvSpPr>
            <a:spLocks xmlns:a="http://schemas.openxmlformats.org/drawingml/2006/main" noGrp="1"/>
          </p:cNvSpPr>
          <p:nvPr/>
        </p:nvSpPr>
        <p:spPr>
          <a:xfrm xmlns:a="http://schemas.openxmlformats.org/drawingml/2006/main">
            <a:off x="6381750" y="4686300"/>
            <a:ext cx="361950" cy="361950"/>
          </a:xfrm>
          <a:prstGeom xmlns:a="http://schemas.openxmlformats.org/drawingml/2006/main" prst="ellipse">
            <a:avLst/>
          </a:prstGeom>
          <a:solidFill xmlns:a="http://schemas.openxmlformats.org/drawingml/2006/main">
            <a:srgbClr val="FF8B7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D507E3E-2C84-4CDA-A20B-12619710F1E9}"/>
              </a:ext>
            </a:extLst>
          </p:cNvPr>
          <p:cNvSpPr>
            <a:spLocks xmlns:a="http://schemas.openxmlformats.org/drawingml/2006/main" noGrp="1"/>
          </p:cNvSpPr>
          <p:nvPr/>
        </p:nvSpPr>
        <p:spPr>
          <a:xfrm xmlns:a="http://schemas.openxmlformats.org/drawingml/2006/main">
            <a:off x="6381750" y="47148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6</a:t>
            </a:r>
          </a:p>
        </p:txBody>
      </p:sp>
      <p:sp>
        <p:nvSpPr>
          <p:cNvPr id="34" name="">
            <a:extLst xmlns:a="http://schemas.openxmlformats.org/drawingml/2006/main">
              <a:ext uri="{FF2B5EF4-FFF2-40B4-BE49-F238E27FC236}">
                <a16:creationId xmlns:a16="http://schemas.microsoft.com/office/drawing/2014/main" id="{D0407CFC-65E5-4748-B81A-2AB6DE7082E2}"/>
              </a:ext>
            </a:extLst>
          </p:cNvPr>
          <p:cNvSpPr>
            <a:spLocks xmlns:a="http://schemas.openxmlformats.org/drawingml/2006/main" noGrp="1"/>
          </p:cNvSpPr>
          <p:nvPr/>
        </p:nvSpPr>
        <p:spPr>
          <a:xfrm xmlns:a="http://schemas.openxmlformats.org/drawingml/2006/main">
            <a:off x="6858000" y="46863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17221D"/>
                </a:solidFill>
                <a:latin typeface="PT Sans"/>
                <a:ea typeface="PT Sans"/>
                <a:cs typeface="PT Sans"/>
              </a:defRPr>
            </a:pPr>
            <a:r>
              <a:rPr sz="1650" b="1" i="0">
                <a:solidFill>
                  <a:srgbClr val="17221D"/>
                </a:solidFill>
                <a:latin typeface="PT Sans"/>
                <a:ea typeface="PT Sans"/>
                <a:cs typeface="PT Sans"/>
              </a:rPr>
              <a:t>Бақылау</a:t>
            </a:r>
          </a:p>
        </p:txBody>
      </p:sp>
      <p:sp>
        <p:nvSpPr>
          <p:cNvPr id="35" name="">
            <a:extLst xmlns:a="http://schemas.openxmlformats.org/drawingml/2006/main">
              <a:ext uri="{FF2B5EF4-FFF2-40B4-BE49-F238E27FC236}">
                <a16:creationId xmlns:a16="http://schemas.microsoft.com/office/drawing/2014/main" id="{2DDB7C75-3B1C-470E-BB07-7339D2976499}"/>
              </a:ext>
            </a:extLst>
          </p:cNvPr>
          <p:cNvSpPr>
            <a:spLocks xmlns:a="http://schemas.openxmlformats.org/drawingml/2006/main" noGrp="1"/>
          </p:cNvSpPr>
          <p:nvPr/>
        </p:nvSpPr>
        <p:spPr>
          <a:xfrm xmlns:a="http://schemas.openxmlformats.org/drawingml/2006/main">
            <a:off x="6858000" y="509587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68736C"/>
                </a:solidFill>
                <a:latin typeface="PT Sans"/>
                <a:ea typeface="PT Sans"/>
                <a:cs typeface="PT Sans"/>
              </a:defRPr>
            </a:pPr>
            <a:r>
              <a:rPr sz="1200" b="0" i="0">
                <a:solidFill>
                  <a:srgbClr val="68736C"/>
                </a:solidFill>
                <a:latin typeface="PT Sans"/>
                <a:ea typeface="PT Sans"/>
                <a:cs typeface="PT Sans"/>
              </a:rPr>
              <a:t>Checkpoint</a:t>
            </a:r>
          </a:p>
        </p:txBody>
      </p:sp>
      <p:sp>
        <p:nvSpPr>
          <p:cNvPr id="36" name="">
            <a:extLst xmlns:a="http://schemas.openxmlformats.org/drawingml/2006/main">
              <a:ext uri="{FF2B5EF4-FFF2-40B4-BE49-F238E27FC236}">
                <a16:creationId xmlns:a16="http://schemas.microsoft.com/office/drawing/2014/main" id="{F9AA6B78-D4CD-4B03-8917-C753439ED535}"/>
              </a:ext>
            </a:extLst>
          </p:cNvPr>
          <p:cNvSpPr>
            <a:spLocks xmlns:a="http://schemas.openxmlformats.org/drawingml/2006/main" noGrp="1"/>
          </p:cNvSpPr>
          <p:nvPr/>
        </p:nvSpPr>
        <p:spPr>
          <a:xfrm xmlns:a="http://schemas.openxmlformats.org/drawingml/2006/main">
            <a:off x="3448050" y="4495800"/>
            <a:ext cx="2057400" cy="1200150"/>
          </a:xfrm>
          <a:prstGeom xmlns:a="http://schemas.openxmlformats.org/drawingml/2006/main" prst="roundRect">
            <a:avLst>
              <a:gd name="adj" fmla="val 17460"/>
            </a:avLst>
          </a:prstGeom>
          <a:solidFill xmlns:a="http://schemas.openxmlformats.org/drawingml/2006/main">
            <a:srgbClr val="FBFCF7"/>
          </a:solidFill>
          <a:ln xmlns:a="http://schemas.openxmlformats.org/drawingml/2006/main" w="9525">
            <a:solidFill>
              <a:srgbClr val="D7DBD2"/>
            </a:solidFill>
            <a:prstDash val="solid"/>
          </a:ln>
        </p:spPr>
      </p:sp>
      <p:sp>
        <p:nvSpPr>
          <p:cNvPr id="37" name="">
            <a:extLst xmlns:a="http://schemas.openxmlformats.org/drawingml/2006/main">
              <a:ext uri="{FF2B5EF4-FFF2-40B4-BE49-F238E27FC236}">
                <a16:creationId xmlns:a16="http://schemas.microsoft.com/office/drawing/2014/main" id="{98958163-0AFB-4655-AA2F-82C91AD8B775}"/>
              </a:ext>
            </a:extLst>
          </p:cNvPr>
          <p:cNvSpPr>
            <a:spLocks xmlns:a="http://schemas.openxmlformats.org/drawingml/2006/main" noGrp="1"/>
          </p:cNvSpPr>
          <p:nvPr/>
        </p:nvSpPr>
        <p:spPr>
          <a:xfrm xmlns:a="http://schemas.openxmlformats.org/drawingml/2006/main">
            <a:off x="3619500" y="4686300"/>
            <a:ext cx="361950" cy="361950"/>
          </a:xfrm>
          <a:prstGeom xmlns:a="http://schemas.openxmlformats.org/drawingml/2006/main" prst="ellipse">
            <a:avLst/>
          </a:prstGeom>
          <a:solidFill xmlns:a="http://schemas.openxmlformats.org/drawingml/2006/main">
            <a:srgbClr val="83B6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8521C2E-3578-451B-8D40-44AA7D5AA42B}"/>
              </a:ext>
            </a:extLst>
          </p:cNvPr>
          <p:cNvSpPr>
            <a:spLocks xmlns:a="http://schemas.openxmlformats.org/drawingml/2006/main" noGrp="1"/>
          </p:cNvSpPr>
          <p:nvPr/>
        </p:nvSpPr>
        <p:spPr>
          <a:xfrm xmlns:a="http://schemas.openxmlformats.org/drawingml/2006/main">
            <a:off x="3619500" y="47148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7</a:t>
            </a:r>
          </a:p>
        </p:txBody>
      </p:sp>
      <p:sp>
        <p:nvSpPr>
          <p:cNvPr id="39" name="">
            <a:extLst xmlns:a="http://schemas.openxmlformats.org/drawingml/2006/main">
              <a:ext uri="{FF2B5EF4-FFF2-40B4-BE49-F238E27FC236}">
                <a16:creationId xmlns:a16="http://schemas.microsoft.com/office/drawing/2014/main" id="{3D54FAD2-5A50-49F4-8765-6ED43DF62D79}"/>
              </a:ext>
            </a:extLst>
          </p:cNvPr>
          <p:cNvSpPr>
            <a:spLocks xmlns:a="http://schemas.openxmlformats.org/drawingml/2006/main" noGrp="1"/>
          </p:cNvSpPr>
          <p:nvPr/>
        </p:nvSpPr>
        <p:spPr>
          <a:xfrm xmlns:a="http://schemas.openxmlformats.org/drawingml/2006/main">
            <a:off x="4095750" y="46863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17221D"/>
                </a:solidFill>
                <a:latin typeface="PT Sans"/>
                <a:ea typeface="PT Sans"/>
                <a:cs typeface="PT Sans"/>
              </a:defRPr>
            </a:pPr>
            <a:r>
              <a:rPr sz="1650" b="1" i="0">
                <a:solidFill>
                  <a:srgbClr val="17221D"/>
                </a:solidFill>
                <a:latin typeface="PT Sans"/>
                <a:ea typeface="PT Sans"/>
                <a:cs typeface="PT Sans"/>
              </a:rPr>
              <a:t>Сөйлеу</a:t>
            </a:r>
          </a:p>
        </p:txBody>
      </p:sp>
      <p:sp>
        <p:nvSpPr>
          <p:cNvPr id="40" name="">
            <a:extLst xmlns:a="http://schemas.openxmlformats.org/drawingml/2006/main">
              <a:ext uri="{FF2B5EF4-FFF2-40B4-BE49-F238E27FC236}">
                <a16:creationId xmlns:a16="http://schemas.microsoft.com/office/drawing/2014/main" id="{51981F76-A003-45DA-9F5C-40A7D90C7B18}"/>
              </a:ext>
            </a:extLst>
          </p:cNvPr>
          <p:cNvSpPr>
            <a:spLocks xmlns:a="http://schemas.openxmlformats.org/drawingml/2006/main" noGrp="1"/>
          </p:cNvSpPr>
          <p:nvPr/>
        </p:nvSpPr>
        <p:spPr>
          <a:xfrm xmlns:a="http://schemas.openxmlformats.org/drawingml/2006/main">
            <a:off x="4095750" y="509587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68736C"/>
                </a:solidFill>
                <a:latin typeface="PT Sans"/>
                <a:ea typeface="PT Sans"/>
                <a:cs typeface="PT Sans"/>
              </a:defRPr>
            </a:pPr>
            <a:r>
              <a:rPr sz="1200" b="0" i="0">
                <a:solidFill>
                  <a:srgbClr val="68736C"/>
                </a:solidFill>
                <a:latin typeface="PT Sans"/>
                <a:ea typeface="PT Sans"/>
                <a:cs typeface="PT Sans"/>
              </a:rPr>
              <a:t>Speaking</a:t>
            </a:r>
          </a:p>
        </p:txBody>
      </p:sp>
      <p:cxnSp>
        <p:nvCxnSpPr>
          <p:cNvPr id="91" name=""/>
          <p:cNvCxnSpPr>
            <a:stCxn xmlns:a="http://schemas.openxmlformats.org/drawingml/2006/main" id="6" idx="3"/>
            <a:endCxn xmlns:a="http://schemas.openxmlformats.org/drawingml/2006/main" id="11" idx="1"/>
          </p:cNvCxnSpPr>
          <p:nvPr/>
        </p:nvCxnSpPr>
        <p:spPr>
          <a:xfrm xmlns:a="http://schemas.openxmlformats.org/drawingml/2006/main">
            <a:off x="2743200" y="3000375"/>
            <a:ext cx="704850" cy="0"/>
          </a:xfrm>
          <a:prstGeom xmlns:a="http://schemas.openxmlformats.org/drawingml/2006/main" prst="straightConnector1">
            <a:avLst/>
          </a:prstGeom>
          <a:ln xmlns:a="http://schemas.openxmlformats.org/drawingml/2006/main" w="19050">
            <a:solidFill>
              <a:srgbClr val="89948D"/>
            </a:solidFill>
            <a:prstDash val="solid"/>
            <a:tailEnd type="triangle" w="sm" len="sm"/>
          </a:ln>
        </p:spPr>
      </p:cxnSp>
      <p:cxnSp>
        <p:nvCxnSpPr>
          <p:cNvPr id="92" name=""/>
          <p:cNvCxnSpPr>
            <a:stCxn xmlns:a="http://schemas.openxmlformats.org/drawingml/2006/main" id="11" idx="3"/>
            <a:endCxn xmlns:a="http://schemas.openxmlformats.org/drawingml/2006/main" id="16" idx="1"/>
          </p:cNvCxnSpPr>
          <p:nvPr/>
        </p:nvCxnSpPr>
        <p:spPr>
          <a:xfrm xmlns:a="http://schemas.openxmlformats.org/drawingml/2006/main">
            <a:off x="5505450" y="3000375"/>
            <a:ext cx="704850" cy="0"/>
          </a:xfrm>
          <a:prstGeom xmlns:a="http://schemas.openxmlformats.org/drawingml/2006/main" prst="straightConnector1">
            <a:avLst/>
          </a:prstGeom>
          <a:ln xmlns:a="http://schemas.openxmlformats.org/drawingml/2006/main" w="19050">
            <a:solidFill>
              <a:srgbClr val="89948D"/>
            </a:solidFill>
            <a:prstDash val="solid"/>
            <a:tailEnd type="triangle" w="sm" len="sm"/>
          </a:ln>
        </p:spPr>
      </p:cxnSp>
      <p:cxnSp>
        <p:nvCxnSpPr>
          <p:cNvPr id="93" name=""/>
          <p:cNvCxnSpPr>
            <a:stCxn xmlns:a="http://schemas.openxmlformats.org/drawingml/2006/main" id="16" idx="3"/>
            <a:endCxn xmlns:a="http://schemas.openxmlformats.org/drawingml/2006/main" id="21" idx="1"/>
          </p:cNvCxnSpPr>
          <p:nvPr/>
        </p:nvCxnSpPr>
        <p:spPr>
          <a:xfrm xmlns:a="http://schemas.openxmlformats.org/drawingml/2006/main">
            <a:off x="8267700" y="3000375"/>
            <a:ext cx="704850" cy="0"/>
          </a:xfrm>
          <a:prstGeom xmlns:a="http://schemas.openxmlformats.org/drawingml/2006/main" prst="straightConnector1">
            <a:avLst/>
          </a:prstGeom>
          <a:ln xmlns:a="http://schemas.openxmlformats.org/drawingml/2006/main" w="19050">
            <a:solidFill>
              <a:srgbClr val="89948D"/>
            </a:solidFill>
            <a:prstDash val="solid"/>
            <a:tailEnd type="triangle" w="sm" len="sm"/>
          </a:ln>
        </p:spPr>
      </p:cxnSp>
      <p:cxnSp>
        <p:nvCxnSpPr>
          <p:cNvPr id="94" name=""/>
          <p:cNvCxnSpPr>
            <a:stCxn xmlns:a="http://schemas.openxmlformats.org/drawingml/2006/main" id="21" idx="2"/>
            <a:endCxn xmlns:a="http://schemas.openxmlformats.org/drawingml/2006/main" id="26" idx="0"/>
          </p:cNvCxnSpPr>
          <p:nvPr/>
        </p:nvCxnSpPr>
        <p:spPr>
          <a:xfrm xmlns:a="http://schemas.openxmlformats.org/drawingml/2006/main">
            <a:off x="10001250" y="3600450"/>
            <a:ext cx="0" cy="895350"/>
          </a:xfrm>
          <a:prstGeom xmlns:a="http://schemas.openxmlformats.org/drawingml/2006/main" prst="straightConnector1">
            <a:avLst/>
          </a:prstGeom>
          <a:ln xmlns:a="http://schemas.openxmlformats.org/drawingml/2006/main" w="19050">
            <a:solidFill>
              <a:srgbClr val="89948D"/>
            </a:solidFill>
            <a:prstDash val="solid"/>
            <a:tailEnd type="triangle" w="sm" len="sm"/>
          </a:ln>
        </p:spPr>
      </p:cxnSp>
      <p:cxnSp>
        <p:nvCxnSpPr>
          <p:cNvPr id="95" name=""/>
          <p:cNvCxnSpPr>
            <a:stCxn xmlns:a="http://schemas.openxmlformats.org/drawingml/2006/main" id="26" idx="1"/>
            <a:endCxn xmlns:a="http://schemas.openxmlformats.org/drawingml/2006/main" id="31" idx="3"/>
          </p:cNvCxnSpPr>
          <p:nvPr/>
        </p:nvCxnSpPr>
        <p:spPr>
          <a:xfrm xmlns:a="http://schemas.openxmlformats.org/drawingml/2006/main" flipH="1">
            <a:off x="8267700" y="5095875"/>
            <a:ext cx="704850" cy="0"/>
          </a:xfrm>
          <a:prstGeom xmlns:a="http://schemas.openxmlformats.org/drawingml/2006/main" prst="straightConnector1">
            <a:avLst/>
          </a:prstGeom>
          <a:ln xmlns:a="http://schemas.openxmlformats.org/drawingml/2006/main" w="19050">
            <a:solidFill>
              <a:srgbClr val="89948D"/>
            </a:solidFill>
            <a:prstDash val="solid"/>
            <a:tailEnd type="triangle" w="sm" len="sm"/>
          </a:ln>
        </p:spPr>
      </p:cxnSp>
      <p:cxnSp>
        <p:nvCxnSpPr>
          <p:cNvPr id="96" name=""/>
          <p:cNvCxnSpPr>
            <a:stCxn xmlns:a="http://schemas.openxmlformats.org/drawingml/2006/main" id="31" idx="1"/>
            <a:endCxn xmlns:a="http://schemas.openxmlformats.org/drawingml/2006/main" id="36" idx="3"/>
          </p:cNvCxnSpPr>
          <p:nvPr/>
        </p:nvCxnSpPr>
        <p:spPr>
          <a:xfrm xmlns:a="http://schemas.openxmlformats.org/drawingml/2006/main" flipH="1">
            <a:off x="5505450" y="5095875"/>
            <a:ext cx="704850" cy="0"/>
          </a:xfrm>
          <a:prstGeom xmlns:a="http://schemas.openxmlformats.org/drawingml/2006/main" prst="straightConnector1">
            <a:avLst/>
          </a:prstGeom>
          <a:ln xmlns:a="http://schemas.openxmlformats.org/drawingml/2006/main" w="19050">
            <a:solidFill>
              <a:srgbClr val="89948D"/>
            </a:solidFill>
            <a:prstDash val="solid"/>
            <a:tailEnd type="triangle" w="sm" len="sm"/>
          </a:ln>
        </p:spPr>
      </p:cxnSp>
      <p:sp>
        <p:nvSpPr>
          <p:cNvPr id="47" name="">
            <a:extLst xmlns:a="http://schemas.openxmlformats.org/drawingml/2006/main">
              <a:ext uri="{FF2B5EF4-FFF2-40B4-BE49-F238E27FC236}">
                <a16:creationId xmlns:a16="http://schemas.microsoft.com/office/drawing/2014/main" id="{9D82D5B8-5FB8-45F5-ACAF-48BBA82B5AF0}"/>
              </a:ext>
            </a:extLst>
          </p:cNvPr>
          <p:cNvSpPr>
            <a:spLocks xmlns:a="http://schemas.openxmlformats.org/drawingml/2006/main" noGrp="1"/>
          </p:cNvSpPr>
          <p:nvPr/>
        </p:nvSpPr>
        <p:spPr>
          <a:xfrm xmlns:a="http://schemas.openxmlformats.org/drawingml/2006/main">
            <a:off x="685800" y="5619750"/>
            <a:ext cx="2057400" cy="476250"/>
          </a:xfrm>
          <a:prstGeom xmlns:a="http://schemas.openxmlformats.org/drawingml/2006/main" prst="roundRect">
            <a:avLst>
              <a:gd name="adj" fmla="val 28000"/>
            </a:avLst>
          </a:prstGeom>
          <a:solidFill xmlns:a="http://schemas.openxmlformats.org/drawingml/2006/main">
            <a:srgbClr val="101915"/>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431D8C1-5D9B-4AFA-8CD0-F1BF69E92ADD}"/>
              </a:ext>
            </a:extLst>
          </p:cNvPr>
          <p:cNvSpPr>
            <a:spLocks xmlns:a="http://schemas.openxmlformats.org/drawingml/2006/main" noGrp="1"/>
          </p:cNvSpPr>
          <p:nvPr/>
        </p:nvSpPr>
        <p:spPr>
          <a:xfrm xmlns:a="http://schemas.openxmlformats.org/drawingml/2006/main">
            <a:off x="876300" y="5724525"/>
            <a:ext cx="1676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i="0">
                <a:solidFill>
                  <a:srgbClr val="D8FF63"/>
                </a:solidFill>
                <a:latin typeface="PT Sans"/>
                <a:ea typeface="PT Sans"/>
                <a:cs typeface="PT Sans"/>
              </a:defRPr>
            </a:pPr>
            <a:r>
              <a:rPr sz="1275" b="1" i="0">
                <a:solidFill>
                  <a:srgbClr val="D8FF63"/>
                </a:solidFill>
                <a:latin typeface="PT Sans"/>
                <a:ea typeface="PT Sans"/>
                <a:cs typeface="PT Sans"/>
              </a:rPr>
              <a:t>25 міндетті әрекет</a:t>
            </a:r>
          </a:p>
        </p:txBody>
      </p:sp>
      <p:sp>
        <p:nvSpPr>
          <p:cNvPr id="49" name="">
            <a:extLst xmlns:a="http://schemas.openxmlformats.org/drawingml/2006/main">
              <a:ext uri="{FF2B5EF4-FFF2-40B4-BE49-F238E27FC236}">
                <a16:creationId xmlns:a16="http://schemas.microsoft.com/office/drawing/2014/main" id="{D0C2D46A-972E-4F0E-B3A4-4D3D82B9FEC7}"/>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8A938D"/>
                </a:solidFill>
                <a:latin typeface="PT Sans"/>
                <a:ea typeface="PT Sans"/>
                <a:cs typeface="PT Sans"/>
              </a:defRPr>
            </a:pPr>
            <a:r>
              <a:rPr sz="975" b="1" i="0">
                <a:solidFill>
                  <a:srgbClr val="8A938D"/>
                </a:solidFill>
                <a:latin typeface="PT Sans"/>
                <a:ea typeface="PT Sans"/>
                <a:cs typeface="PT Sans"/>
              </a:rPr>
              <a:t>SONORA · ҒЫЛЫМИ ЖОБА</a:t>
            </a:r>
          </a:p>
        </p:txBody>
      </p:sp>
      <p:sp>
        <p:nvSpPr>
          <p:cNvPr id="50" name="">
            <a:extLst xmlns:a="http://schemas.openxmlformats.org/drawingml/2006/main">
              <a:ext uri="{FF2B5EF4-FFF2-40B4-BE49-F238E27FC236}">
                <a16:creationId xmlns:a16="http://schemas.microsoft.com/office/drawing/2014/main" id="{226DFFFB-C85C-45E6-923C-4B14345D5B36}"/>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8A938D"/>
                </a:solidFill>
                <a:latin typeface="PT Sans"/>
                <a:ea typeface="PT Sans"/>
                <a:cs typeface="PT Sans"/>
              </a:defRPr>
            </a:pPr>
            <a:r>
              <a:rPr sz="975" b="0" i="0">
                <a:solidFill>
                  <a:srgbClr val="8A938D"/>
                </a:solidFill>
                <a:latin typeface="PT Sans"/>
                <a:ea typeface="PT Sans"/>
                <a:cs typeface="PT Sans"/>
              </a:rPr>
              <a:t>6 / 12</a:t>
            </a:r>
          </a:p>
        </p:txBody>
      </p:sp>
    </p:spTree>
    <p:extLst>
      <p:ext uri="{BB962C8B-B14F-4D97-AF65-F5344CB8AC3E}">
        <p14:creationId xmlns:p14="http://schemas.microsoft.com/office/powerpoint/2010/main" val="1229958197"/>
      </p:ext>
    </p:extLst>
  </p:cSld>
</p:sld>
</file>

<file path=ppt/slides/slide7.xml><?xml version="1.0" encoding="utf-8"?>
<p:sld xmlns:p="http://schemas.openxmlformats.org/presentationml/2006/main">
  <p:cSld>
    <p:bg>
      <p:bgPr>
        <a:solidFill xmlns:a="http://schemas.openxmlformats.org/drawingml/2006/main">
          <a:srgbClr val="08100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128CB3A-3720-43B1-9C73-78C14E083340}"/>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FBFCF7"/>
                </a:solidFill>
                <a:latin typeface="PT Sans"/>
                <a:ea typeface="PT Sans"/>
                <a:cs typeface="PT Sans"/>
              </a:defRPr>
            </a:pPr>
            <a:r>
              <a:rPr sz="3225" b="1" i="0">
                <a:solidFill>
                  <a:srgbClr val="FBFCF7"/>
                </a:solidFill>
                <a:latin typeface="PT Sans"/>
                <a:ea typeface="PT Sans"/>
                <a:cs typeface="PT Sans"/>
              </a:rPr>
              <a:t>Тыңдалымның тексерілетін әрекеттері</a:t>
            </a:r>
          </a:p>
        </p:txBody>
      </p:sp>
      <p:sp>
        <p:nvSpPr>
          <p:cNvPr id="2" name="">
            <a:extLst xmlns:a="http://schemas.openxmlformats.org/drawingml/2006/main">
              <a:ext uri="{FF2B5EF4-FFF2-40B4-BE49-F238E27FC236}">
                <a16:creationId xmlns:a16="http://schemas.microsoft.com/office/drawing/2014/main" id="{0980796F-D5D9-4523-A566-43DBF1FBEC6E}"/>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Observable listening activities</a:t>
            </a:r>
          </a:p>
        </p:txBody>
      </p:sp>
      <p:sp>
        <p:nvSpPr>
          <p:cNvPr id="3" name="">
            <a:extLst xmlns:a="http://schemas.openxmlformats.org/drawingml/2006/main">
              <a:ext uri="{FF2B5EF4-FFF2-40B4-BE49-F238E27FC236}">
                <a16:creationId xmlns:a16="http://schemas.microsoft.com/office/drawing/2014/main" id="{A7360CA6-E568-4A45-B564-B987C623B57D}"/>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D8FF63"/>
                </a:solidFill>
                <a:latin typeface="PT Sans"/>
                <a:ea typeface="PT Sans"/>
                <a:cs typeface="PT Sans"/>
              </a:defRPr>
            </a:pPr>
            <a:r>
              <a:rPr sz="1425" b="1" i="0">
                <a:solidFill>
                  <a:srgbClr val="D8FF63"/>
                </a:solidFill>
                <a:latin typeface="PT Sans"/>
                <a:ea typeface="PT Sans"/>
                <a:cs typeface="PT Sans"/>
              </a:rPr>
              <a:t>07</a:t>
            </a:r>
          </a:p>
        </p:txBody>
      </p:sp>
      <p:sp>
        <p:nvSpPr>
          <p:cNvPr id="4" name="">
            <a:extLst xmlns:a="http://schemas.openxmlformats.org/drawingml/2006/main">
              <a:ext uri="{FF2B5EF4-FFF2-40B4-BE49-F238E27FC236}">
                <a16:creationId xmlns:a16="http://schemas.microsoft.com/office/drawing/2014/main" id="{107DD065-0C71-4208-B9F1-E33854B8AFD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2B3730"/>
            </a:solidFill>
            <a:prstDash val="solid"/>
          </a:ln>
        </p:spPr>
      </p:sp>
      <p:sp>
        <p:nvSpPr>
          <p:cNvPr id="5" name="">
            <a:extLst xmlns:a="http://schemas.openxmlformats.org/drawingml/2006/main">
              <a:ext uri="{FF2B5EF4-FFF2-40B4-BE49-F238E27FC236}">
                <a16:creationId xmlns:a16="http://schemas.microsoft.com/office/drawing/2014/main" id="{13528B74-91DD-45EF-A0C7-84B3667ED5F6}"/>
              </a:ext>
            </a:extLst>
          </p:cNvPr>
          <p:cNvSpPr>
            <a:spLocks xmlns:a="http://schemas.openxmlformats.org/drawingml/2006/main" noGrp="1"/>
          </p:cNvSpPr>
          <p:nvPr/>
        </p:nvSpPr>
        <p:spPr>
          <a:xfrm xmlns:a="http://schemas.openxmlformats.org/drawingml/2006/main">
            <a:off x="638175" y="1514475"/>
            <a:ext cx="7620000" cy="4686300"/>
          </a:xfrm>
          <a:prstGeom xmlns:a="http://schemas.openxmlformats.org/drawingml/2006/main" prst="roundRect">
            <a:avLst>
              <a:gd name="adj" fmla="val 5285"/>
            </a:avLst>
          </a:prstGeom>
          <a:solidFill xmlns:a="http://schemas.openxmlformats.org/drawingml/2006/main">
            <a:srgbClr val="243029"/>
          </a:solidFill>
          <a:ln xmlns:a="http://schemas.openxmlformats.org/drawingml/2006/main" w="9525">
            <a:solidFill>
              <a:srgbClr val="34443A"/>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7ca0c929a0c4498"/>
          <a:srcRect xmlns:a="http://schemas.openxmlformats.org/drawingml/2006/main" l="0" t="1190" r="0" b="1190"/>
          <a:stretch xmlns:a="http://schemas.openxmlformats.org/drawingml/2006/main">
            <a:fillRect l="0" t="0" r="0" b="0"/>
          </a:stretch>
        </p:blipFill>
        <p:spPr>
          <a:xfrm xmlns:a="http://schemas.openxmlformats.org/drawingml/2006/main">
            <a:off x="685800" y="1562100"/>
            <a:ext cx="7524750" cy="4591050"/>
          </a:xfrm>
          <a:prstGeom xmlns:a="http://schemas.openxmlformats.org/drawingml/2006/main" prst="roundRect">
            <a:avLst>
              <a:gd name="adj" fmla="val 4564"/>
            </a:avLst>
          </a:prstGeom>
        </p:spPr>
      </p:pic>
      <p:sp>
        <p:nvSpPr>
          <p:cNvPr id="7" name="">
            <a:extLst xmlns:a="http://schemas.openxmlformats.org/drawingml/2006/main">
              <a:ext uri="{FF2B5EF4-FFF2-40B4-BE49-F238E27FC236}">
                <a16:creationId xmlns:a16="http://schemas.microsoft.com/office/drawing/2014/main" id="{35013226-3FBF-4044-9136-AF158789DA2D}"/>
              </a:ext>
            </a:extLst>
          </p:cNvPr>
          <p:cNvSpPr>
            <a:spLocks xmlns:a="http://schemas.openxmlformats.org/drawingml/2006/main" noGrp="1"/>
          </p:cNvSpPr>
          <p:nvPr/>
        </p:nvSpPr>
        <p:spPr>
          <a:xfrm xmlns:a="http://schemas.openxmlformats.org/drawingml/2006/main">
            <a:off x="8667750" y="1657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D8FF63"/>
                </a:solidFill>
                <a:latin typeface="PT Sans"/>
                <a:ea typeface="PT Sans"/>
                <a:cs typeface="PT Sans"/>
              </a:defRPr>
            </a:pPr>
            <a:r>
              <a:rPr sz="1350" b="1" i="0">
                <a:solidFill>
                  <a:srgbClr val="D8FF63"/>
                </a:solidFill>
                <a:latin typeface="PT Sans"/>
                <a:ea typeface="PT Sans"/>
                <a:cs typeface="PT Sans"/>
              </a:rPr>
              <a:t>01</a:t>
            </a:r>
          </a:p>
        </p:txBody>
      </p:sp>
      <p:sp>
        <p:nvSpPr>
          <p:cNvPr id="8" name="">
            <a:extLst xmlns:a="http://schemas.openxmlformats.org/drawingml/2006/main">
              <a:ext uri="{FF2B5EF4-FFF2-40B4-BE49-F238E27FC236}">
                <a16:creationId xmlns:a16="http://schemas.microsoft.com/office/drawing/2014/main" id="{94FD4D95-212D-4535-9E4F-ABD45A211E3F}"/>
              </a:ext>
            </a:extLst>
          </p:cNvPr>
          <p:cNvSpPr>
            <a:spLocks xmlns:a="http://schemas.openxmlformats.org/drawingml/2006/main" noGrp="1"/>
          </p:cNvSpPr>
          <p:nvPr/>
        </p:nvSpPr>
        <p:spPr>
          <a:xfrm xmlns:a="http://schemas.openxmlformats.org/drawingml/2006/main">
            <a:off x="9239250" y="163830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FBFCF7"/>
                </a:solidFill>
                <a:latin typeface="PT Sans"/>
                <a:ea typeface="PT Sans"/>
                <a:cs typeface="PT Sans"/>
              </a:defRPr>
            </a:pPr>
            <a:r>
              <a:rPr sz="1575" b="1" i="0">
                <a:solidFill>
                  <a:srgbClr val="FBFCF7"/>
                </a:solidFill>
                <a:latin typeface="PT Sans"/>
                <a:ea typeface="PT Sans"/>
                <a:cs typeface="PT Sans"/>
              </a:rPr>
              <a:t>30 секунд тыңдау</a:t>
            </a:r>
          </a:p>
        </p:txBody>
      </p:sp>
      <p:sp>
        <p:nvSpPr>
          <p:cNvPr id="9" name="">
            <a:extLst xmlns:a="http://schemas.openxmlformats.org/drawingml/2006/main">
              <a:ext uri="{FF2B5EF4-FFF2-40B4-BE49-F238E27FC236}">
                <a16:creationId xmlns:a16="http://schemas.microsoft.com/office/drawing/2014/main" id="{21D2C907-75E2-4889-A7C8-F74E38910BC9}"/>
              </a:ext>
            </a:extLst>
          </p:cNvPr>
          <p:cNvSpPr>
            <a:spLocks xmlns:a="http://schemas.openxmlformats.org/drawingml/2006/main" noGrp="1"/>
          </p:cNvSpPr>
          <p:nvPr/>
        </p:nvSpPr>
        <p:spPr>
          <a:xfrm xmlns:a="http://schemas.openxmlformats.org/drawingml/2006/main">
            <a:off x="8667750" y="2019300"/>
            <a:ext cx="2838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AAB5AE"/>
                </a:solidFill>
                <a:latin typeface="PT Sans"/>
                <a:ea typeface="PT Sans"/>
                <a:cs typeface="PT Sans"/>
              </a:defRPr>
            </a:pPr>
            <a:r>
              <a:rPr sz="1275" b="0" i="0">
                <a:solidFill>
                  <a:srgbClr val="AAB5AE"/>
                </a:solidFill>
                <a:latin typeface="PT Sans"/>
                <a:ea typeface="PT Sans"/>
                <a:cs typeface="PT Sans"/>
              </a:rPr>
              <a:t>PLAYING күйіндегі уақыт есептеледі</a:t>
            </a:r>
          </a:p>
        </p:txBody>
      </p:sp>
      <p:sp>
        <p:nvSpPr>
          <p:cNvPr id="10" name="">
            <a:extLst xmlns:a="http://schemas.openxmlformats.org/drawingml/2006/main">
              <a:ext uri="{FF2B5EF4-FFF2-40B4-BE49-F238E27FC236}">
                <a16:creationId xmlns:a16="http://schemas.microsoft.com/office/drawing/2014/main" id="{3C2D4DD4-040A-4A1E-AA5E-344AECC16BEA}"/>
              </a:ext>
            </a:extLst>
          </p:cNvPr>
          <p:cNvSpPr>
            <a:spLocks xmlns:a="http://schemas.openxmlformats.org/drawingml/2006/main" noGrp="1"/>
          </p:cNvSpPr>
          <p:nvPr/>
        </p:nvSpPr>
        <p:spPr>
          <a:xfrm xmlns:a="http://schemas.openxmlformats.org/drawingml/2006/main">
            <a:off x="8667750" y="27241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3B6FF"/>
                </a:solidFill>
                <a:latin typeface="PT Sans"/>
                <a:ea typeface="PT Sans"/>
                <a:cs typeface="PT Sans"/>
              </a:defRPr>
            </a:pPr>
            <a:r>
              <a:rPr sz="1350" b="1" i="0">
                <a:solidFill>
                  <a:srgbClr val="83B6FF"/>
                </a:solidFill>
                <a:latin typeface="PT Sans"/>
                <a:ea typeface="PT Sans"/>
                <a:cs typeface="PT Sans"/>
              </a:rPr>
              <a:t>02</a:t>
            </a:r>
          </a:p>
        </p:txBody>
      </p:sp>
      <p:sp>
        <p:nvSpPr>
          <p:cNvPr id="11" name="">
            <a:extLst xmlns:a="http://schemas.openxmlformats.org/drawingml/2006/main">
              <a:ext uri="{FF2B5EF4-FFF2-40B4-BE49-F238E27FC236}">
                <a16:creationId xmlns:a16="http://schemas.microsoft.com/office/drawing/2014/main" id="{AEA462CF-73AB-4E14-82DE-BC85C3865983}"/>
              </a:ext>
            </a:extLst>
          </p:cNvPr>
          <p:cNvSpPr>
            <a:spLocks xmlns:a="http://schemas.openxmlformats.org/drawingml/2006/main" noGrp="1"/>
          </p:cNvSpPr>
          <p:nvPr/>
        </p:nvSpPr>
        <p:spPr>
          <a:xfrm xmlns:a="http://schemas.openxmlformats.org/drawingml/2006/main">
            <a:off x="9239250" y="270510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FBFCF7"/>
                </a:solidFill>
                <a:latin typeface="PT Sans"/>
                <a:ea typeface="PT Sans"/>
                <a:cs typeface="PT Sans"/>
              </a:defRPr>
            </a:pPr>
            <a:r>
              <a:rPr sz="1575" b="1" i="0">
                <a:solidFill>
                  <a:srgbClr val="FBFCF7"/>
                </a:solidFill>
                <a:latin typeface="PT Sans"/>
                <a:ea typeface="PT Sans"/>
                <a:cs typeface="PT Sans"/>
              </a:rPr>
              <a:t>Негізгі ойды анықтау</a:t>
            </a:r>
          </a:p>
        </p:txBody>
      </p:sp>
      <p:sp>
        <p:nvSpPr>
          <p:cNvPr id="12" name="">
            <a:extLst xmlns:a="http://schemas.openxmlformats.org/drawingml/2006/main">
              <a:ext uri="{FF2B5EF4-FFF2-40B4-BE49-F238E27FC236}">
                <a16:creationId xmlns:a16="http://schemas.microsoft.com/office/drawing/2014/main" id="{06113FB3-7934-4436-9EC0-10B9A962B391}"/>
              </a:ext>
            </a:extLst>
          </p:cNvPr>
          <p:cNvSpPr>
            <a:spLocks xmlns:a="http://schemas.openxmlformats.org/drawingml/2006/main" noGrp="1"/>
          </p:cNvSpPr>
          <p:nvPr/>
        </p:nvSpPr>
        <p:spPr>
          <a:xfrm xmlns:a="http://schemas.openxmlformats.org/drawingml/2006/main">
            <a:off x="8667750" y="3086100"/>
            <a:ext cx="2838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AAB5AE"/>
                </a:solidFill>
                <a:latin typeface="PT Sans"/>
                <a:ea typeface="PT Sans"/>
                <a:cs typeface="PT Sans"/>
              </a:defRPr>
            </a:pPr>
            <a:r>
              <a:rPr sz="1275" b="0" i="0">
                <a:solidFill>
                  <a:srgbClr val="AAB5AE"/>
                </a:solidFill>
                <a:latin typeface="PT Sans"/>
                <a:ea typeface="PT Sans"/>
                <a:cs typeface="PT Sans"/>
              </a:rPr>
              <a:t>Gist сұрағы тыңдаудан кейін ашылады</a:t>
            </a:r>
          </a:p>
        </p:txBody>
      </p:sp>
      <p:sp>
        <p:nvSpPr>
          <p:cNvPr id="13" name="">
            <a:extLst xmlns:a="http://schemas.openxmlformats.org/drawingml/2006/main">
              <a:ext uri="{FF2B5EF4-FFF2-40B4-BE49-F238E27FC236}">
                <a16:creationId xmlns:a16="http://schemas.microsoft.com/office/drawing/2014/main" id="{6B863D9D-1B83-40FD-979F-3C58C6AFE7EA}"/>
              </a:ext>
            </a:extLst>
          </p:cNvPr>
          <p:cNvSpPr>
            <a:spLocks xmlns:a="http://schemas.openxmlformats.org/drawingml/2006/main" noGrp="1"/>
          </p:cNvSpPr>
          <p:nvPr/>
        </p:nvSpPr>
        <p:spPr>
          <a:xfrm xmlns:a="http://schemas.openxmlformats.org/drawingml/2006/main">
            <a:off x="8667750" y="3790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B69BFF"/>
                </a:solidFill>
                <a:latin typeface="PT Sans"/>
                <a:ea typeface="PT Sans"/>
                <a:cs typeface="PT Sans"/>
              </a:defRPr>
            </a:pPr>
            <a:r>
              <a:rPr sz="1350" b="1" i="0">
                <a:solidFill>
                  <a:srgbClr val="B69BFF"/>
                </a:solidFill>
                <a:latin typeface="PT Sans"/>
                <a:ea typeface="PT Sans"/>
                <a:cs typeface="PT Sans"/>
              </a:rPr>
              <a:t>03</a:t>
            </a:r>
          </a:p>
        </p:txBody>
      </p:sp>
      <p:sp>
        <p:nvSpPr>
          <p:cNvPr id="14" name="">
            <a:extLst xmlns:a="http://schemas.openxmlformats.org/drawingml/2006/main">
              <a:ext uri="{FF2B5EF4-FFF2-40B4-BE49-F238E27FC236}">
                <a16:creationId xmlns:a16="http://schemas.microsoft.com/office/drawing/2014/main" id="{81062A5F-66AB-4896-AA93-D35AE5E781AD}"/>
              </a:ext>
            </a:extLst>
          </p:cNvPr>
          <p:cNvSpPr>
            <a:spLocks xmlns:a="http://schemas.openxmlformats.org/drawingml/2006/main" noGrp="1"/>
          </p:cNvSpPr>
          <p:nvPr/>
        </p:nvSpPr>
        <p:spPr>
          <a:xfrm xmlns:a="http://schemas.openxmlformats.org/drawingml/2006/main">
            <a:off x="9239250" y="377190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FBFCF7"/>
                </a:solidFill>
                <a:latin typeface="PT Sans"/>
                <a:ea typeface="PT Sans"/>
                <a:cs typeface="PT Sans"/>
              </a:defRPr>
            </a:pPr>
            <a:r>
              <a:rPr sz="1575" b="1" i="0">
                <a:solidFill>
                  <a:srgbClr val="FBFCF7"/>
                </a:solidFill>
                <a:latin typeface="PT Sans"/>
                <a:ea typeface="PT Sans"/>
                <a:cs typeface="PT Sans"/>
              </a:rPr>
              <a:t>Негізгі сөзді тану</a:t>
            </a:r>
          </a:p>
        </p:txBody>
      </p:sp>
      <p:sp>
        <p:nvSpPr>
          <p:cNvPr id="15" name="">
            <a:extLst xmlns:a="http://schemas.openxmlformats.org/drawingml/2006/main">
              <a:ext uri="{FF2B5EF4-FFF2-40B4-BE49-F238E27FC236}">
                <a16:creationId xmlns:a16="http://schemas.microsoft.com/office/drawing/2014/main" id="{52DBC5AA-1316-46F6-8C77-8C1824186B8F}"/>
              </a:ext>
            </a:extLst>
          </p:cNvPr>
          <p:cNvSpPr>
            <a:spLocks xmlns:a="http://schemas.openxmlformats.org/drawingml/2006/main" noGrp="1"/>
          </p:cNvSpPr>
          <p:nvPr/>
        </p:nvSpPr>
        <p:spPr>
          <a:xfrm xmlns:a="http://schemas.openxmlformats.org/drawingml/2006/main">
            <a:off x="8667750" y="4152900"/>
            <a:ext cx="2838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AAB5AE"/>
                </a:solidFill>
                <a:latin typeface="PT Sans"/>
                <a:ea typeface="PT Sans"/>
                <a:cs typeface="PT Sans"/>
              </a:defRPr>
            </a:pPr>
            <a:r>
              <a:rPr sz="1275" b="0" i="0">
                <a:solidFill>
                  <a:srgbClr val="AAB5AE"/>
                </a:solidFill>
                <a:latin typeface="PT Sans"/>
                <a:ea typeface="PT Sans"/>
                <a:cs typeface="PT Sans"/>
              </a:rPr>
              <a:t>Жаңа сөйлем арқылы detail listening</a:t>
            </a:r>
          </a:p>
        </p:txBody>
      </p:sp>
      <p:sp>
        <p:nvSpPr>
          <p:cNvPr id="16" name="">
            <a:extLst xmlns:a="http://schemas.openxmlformats.org/drawingml/2006/main">
              <a:ext uri="{FF2B5EF4-FFF2-40B4-BE49-F238E27FC236}">
                <a16:creationId xmlns:a16="http://schemas.microsoft.com/office/drawing/2014/main" id="{51AC835B-A263-48A1-B473-3BE53C8D3F3D}"/>
              </a:ext>
            </a:extLst>
          </p:cNvPr>
          <p:cNvSpPr>
            <a:spLocks xmlns:a="http://schemas.openxmlformats.org/drawingml/2006/main" noGrp="1"/>
          </p:cNvSpPr>
          <p:nvPr/>
        </p:nvSpPr>
        <p:spPr>
          <a:xfrm xmlns:a="http://schemas.openxmlformats.org/drawingml/2006/main">
            <a:off x="8667750" y="48577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DE2C0"/>
                </a:solidFill>
                <a:latin typeface="PT Sans"/>
                <a:ea typeface="PT Sans"/>
                <a:cs typeface="PT Sans"/>
              </a:defRPr>
            </a:pPr>
            <a:r>
              <a:rPr sz="1350" b="1" i="0">
                <a:solidFill>
                  <a:srgbClr val="8DE2C0"/>
                </a:solidFill>
                <a:latin typeface="PT Sans"/>
                <a:ea typeface="PT Sans"/>
                <a:cs typeface="PT Sans"/>
              </a:rPr>
              <a:t>04</a:t>
            </a:r>
          </a:p>
        </p:txBody>
      </p:sp>
      <p:sp>
        <p:nvSpPr>
          <p:cNvPr id="17" name="">
            <a:extLst xmlns:a="http://schemas.openxmlformats.org/drawingml/2006/main">
              <a:ext uri="{FF2B5EF4-FFF2-40B4-BE49-F238E27FC236}">
                <a16:creationId xmlns:a16="http://schemas.microsoft.com/office/drawing/2014/main" id="{160CD207-F5C0-4744-9997-8B80479F021D}"/>
              </a:ext>
            </a:extLst>
          </p:cNvPr>
          <p:cNvSpPr>
            <a:spLocks xmlns:a="http://schemas.openxmlformats.org/drawingml/2006/main" noGrp="1"/>
          </p:cNvSpPr>
          <p:nvPr/>
        </p:nvSpPr>
        <p:spPr>
          <a:xfrm xmlns:a="http://schemas.openxmlformats.org/drawingml/2006/main">
            <a:off x="9239250" y="483870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FBFCF7"/>
                </a:solidFill>
                <a:latin typeface="PT Sans"/>
                <a:ea typeface="PT Sans"/>
                <a:cs typeface="PT Sans"/>
              </a:defRPr>
            </a:pPr>
            <a:r>
              <a:rPr sz="1575" b="1" i="0">
                <a:solidFill>
                  <a:srgbClr val="FBFCF7"/>
                </a:solidFill>
                <a:latin typeface="PT Sans"/>
                <a:ea typeface="PT Sans"/>
                <a:cs typeface="PT Sans"/>
              </a:rPr>
              <a:t>Кезеңді аяқтау</a:t>
            </a:r>
          </a:p>
        </p:txBody>
      </p:sp>
      <p:sp>
        <p:nvSpPr>
          <p:cNvPr id="18" name="">
            <a:extLst xmlns:a="http://schemas.openxmlformats.org/drawingml/2006/main">
              <a:ext uri="{FF2B5EF4-FFF2-40B4-BE49-F238E27FC236}">
                <a16:creationId xmlns:a16="http://schemas.microsoft.com/office/drawing/2014/main" id="{F0245685-C3C9-40DC-85DC-CBDE385F0A20}"/>
              </a:ext>
            </a:extLst>
          </p:cNvPr>
          <p:cNvSpPr>
            <a:spLocks xmlns:a="http://schemas.openxmlformats.org/drawingml/2006/main" noGrp="1"/>
          </p:cNvSpPr>
          <p:nvPr/>
        </p:nvSpPr>
        <p:spPr>
          <a:xfrm xmlns:a="http://schemas.openxmlformats.org/drawingml/2006/main">
            <a:off x="8667750" y="5219700"/>
            <a:ext cx="2838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AAB5AE"/>
                </a:solidFill>
                <a:latin typeface="PT Sans"/>
                <a:ea typeface="PT Sans"/>
                <a:cs typeface="PT Sans"/>
              </a:defRPr>
            </a:pPr>
            <a:r>
              <a:rPr sz="1275" b="0" i="0">
                <a:solidFill>
                  <a:srgbClr val="AAB5AE"/>
                </a:solidFill>
                <a:latin typeface="PT Sans"/>
                <a:ea typeface="PT Sans"/>
                <a:cs typeface="PT Sans"/>
              </a:rPr>
              <a:t>Барлық міндетті әрекет орындалғанда ғана</a:t>
            </a:r>
          </a:p>
        </p:txBody>
      </p:sp>
      <p:sp>
        <p:nvSpPr>
          <p:cNvPr id="19" name="">
            <a:extLst xmlns:a="http://schemas.openxmlformats.org/drawingml/2006/main">
              <a:ext uri="{FF2B5EF4-FFF2-40B4-BE49-F238E27FC236}">
                <a16:creationId xmlns:a16="http://schemas.microsoft.com/office/drawing/2014/main" id="{AAB65451-1735-44EE-A62D-FE524FDD6239}"/>
              </a:ext>
            </a:extLst>
          </p:cNvPr>
          <p:cNvSpPr>
            <a:spLocks xmlns:a="http://schemas.openxmlformats.org/drawingml/2006/main" noGrp="1"/>
          </p:cNvSpPr>
          <p:nvPr/>
        </p:nvSpPr>
        <p:spPr>
          <a:xfrm xmlns:a="http://schemas.openxmlformats.org/drawingml/2006/main">
            <a:off x="8553450" y="5810250"/>
            <a:ext cx="2952750" cy="419100"/>
          </a:xfrm>
          <a:prstGeom xmlns:a="http://schemas.openxmlformats.org/drawingml/2006/main" prst="roundRect">
            <a:avLst>
              <a:gd name="adj" fmla="val 27273"/>
            </a:avLst>
          </a:prstGeom>
          <a:solidFill xmlns:a="http://schemas.openxmlformats.org/drawingml/2006/main">
            <a:srgbClr val="18231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4974DC1-1BA9-45BC-A99D-A039F1B3FEEB}"/>
              </a:ext>
            </a:extLst>
          </p:cNvPr>
          <p:cNvSpPr>
            <a:spLocks xmlns:a="http://schemas.openxmlformats.org/drawingml/2006/main" noGrp="1"/>
          </p:cNvSpPr>
          <p:nvPr/>
        </p:nvSpPr>
        <p:spPr>
          <a:xfrm xmlns:a="http://schemas.openxmlformats.org/drawingml/2006/main">
            <a:off x="8686800" y="5915025"/>
            <a:ext cx="2686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i="0">
                <a:solidFill>
                  <a:srgbClr val="D8FF63"/>
                </a:solidFill>
                <a:latin typeface="PT Sans"/>
                <a:ea typeface="PT Sans"/>
                <a:cs typeface="PT Sans"/>
              </a:defRPr>
            </a:pPr>
            <a:r>
              <a:rPr sz="1050" b="1" i="0">
                <a:solidFill>
                  <a:srgbClr val="D8FF63"/>
                </a:solidFill>
                <a:latin typeface="PT Sans"/>
                <a:ea typeface="PT Sans"/>
                <a:cs typeface="PT Sans"/>
              </a:rPr>
              <a:t>Audio SONORA серверінде сақталмайды</a:t>
            </a:r>
          </a:p>
        </p:txBody>
      </p:sp>
      <p:sp>
        <p:nvSpPr>
          <p:cNvPr id="21" name="">
            <a:extLst xmlns:a="http://schemas.openxmlformats.org/drawingml/2006/main">
              <a:ext uri="{FF2B5EF4-FFF2-40B4-BE49-F238E27FC236}">
                <a16:creationId xmlns:a16="http://schemas.microsoft.com/office/drawing/2014/main" id="{85EE962E-6537-4983-9BBB-79AD2249DF8D}"/>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718079"/>
                </a:solidFill>
                <a:latin typeface="PT Sans"/>
                <a:ea typeface="PT Sans"/>
                <a:cs typeface="PT Sans"/>
              </a:defRPr>
            </a:pPr>
            <a:r>
              <a:rPr sz="975" b="1" i="0">
                <a:solidFill>
                  <a:srgbClr val="718079"/>
                </a:solidFill>
                <a:latin typeface="PT Sans"/>
                <a:ea typeface="PT Sans"/>
                <a:cs typeface="PT Sans"/>
              </a:rPr>
              <a:t>SONORA · ҒЫЛЫМИ ЖОБА</a:t>
            </a:r>
          </a:p>
        </p:txBody>
      </p:sp>
      <p:sp>
        <p:nvSpPr>
          <p:cNvPr id="22" name="">
            <a:extLst xmlns:a="http://schemas.openxmlformats.org/drawingml/2006/main">
              <a:ext uri="{FF2B5EF4-FFF2-40B4-BE49-F238E27FC236}">
                <a16:creationId xmlns:a16="http://schemas.microsoft.com/office/drawing/2014/main" id="{B67EDE9F-0005-4668-95B2-A3FD02217FD0}"/>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718079"/>
                </a:solidFill>
                <a:latin typeface="PT Sans"/>
                <a:ea typeface="PT Sans"/>
                <a:cs typeface="PT Sans"/>
              </a:defRPr>
            </a:pPr>
            <a:r>
              <a:rPr sz="975" b="0" i="0">
                <a:solidFill>
                  <a:srgbClr val="718079"/>
                </a:solidFill>
                <a:latin typeface="PT Sans"/>
                <a:ea typeface="PT Sans"/>
                <a:cs typeface="PT Sans"/>
              </a:rPr>
              <a:t>7 / 12</a:t>
            </a:r>
          </a:p>
        </p:txBody>
      </p:sp>
    </p:spTree>
    <p:extLst>
      <p:ext uri="{BB962C8B-B14F-4D97-AF65-F5344CB8AC3E}">
        <p14:creationId xmlns:p14="http://schemas.microsoft.com/office/powerpoint/2010/main" val="1513515807"/>
      </p:ext>
    </p:extLst>
  </p:cSld>
</p:sld>
</file>

<file path=ppt/slides/slide8.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0E67A47-CA43-46EB-A8BA-BDEC2C38664F}"/>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17221D"/>
                </a:solidFill>
                <a:latin typeface="PT Sans"/>
                <a:ea typeface="PT Sans"/>
                <a:cs typeface="PT Sans"/>
              </a:defRPr>
            </a:pPr>
            <a:r>
              <a:rPr sz="3225" b="1" i="0">
                <a:solidFill>
                  <a:srgbClr val="17221D"/>
                </a:solidFill>
                <a:latin typeface="PT Sans"/>
                <a:ea typeface="PT Sans"/>
                <a:cs typeface="PT Sans"/>
              </a:rPr>
              <a:t>Платформа архитектурасы және ЖИ рөлі</a:t>
            </a:r>
          </a:p>
        </p:txBody>
      </p:sp>
      <p:sp>
        <p:nvSpPr>
          <p:cNvPr id="2" name="">
            <a:extLst xmlns:a="http://schemas.openxmlformats.org/drawingml/2006/main">
              <a:ext uri="{FF2B5EF4-FFF2-40B4-BE49-F238E27FC236}">
                <a16:creationId xmlns:a16="http://schemas.microsoft.com/office/drawing/2014/main" id="{A0B138E4-3647-420B-8DDF-FDD49BCF27D2}"/>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68736C"/>
                </a:solidFill>
                <a:latin typeface="PT Sans"/>
                <a:ea typeface="PT Sans"/>
                <a:cs typeface="PT Sans"/>
              </a:defRPr>
            </a:pPr>
            <a:r>
              <a:rPr sz="1350" b="0" i="0">
                <a:solidFill>
                  <a:srgbClr val="68736C"/>
                </a:solidFill>
                <a:latin typeface="PT Sans"/>
                <a:ea typeface="PT Sans"/>
                <a:cs typeface="PT Sans"/>
              </a:rPr>
              <a:t>Architecture and the role of AI</a:t>
            </a:r>
          </a:p>
        </p:txBody>
      </p:sp>
      <p:sp>
        <p:nvSpPr>
          <p:cNvPr id="3" name="">
            <a:extLst xmlns:a="http://schemas.openxmlformats.org/drawingml/2006/main">
              <a:ext uri="{FF2B5EF4-FFF2-40B4-BE49-F238E27FC236}">
                <a16:creationId xmlns:a16="http://schemas.microsoft.com/office/drawing/2014/main" id="{6179D148-65B8-4822-A3A6-2B2DD2A72A2B}"/>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08</a:t>
            </a:r>
          </a:p>
        </p:txBody>
      </p:sp>
      <p:sp>
        <p:nvSpPr>
          <p:cNvPr id="4" name="">
            <a:extLst xmlns:a="http://schemas.openxmlformats.org/drawingml/2006/main">
              <a:ext uri="{FF2B5EF4-FFF2-40B4-BE49-F238E27FC236}">
                <a16:creationId xmlns:a16="http://schemas.microsoft.com/office/drawing/2014/main" id="{252952E1-91A4-44E3-AA98-5E54CE651644}"/>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D3D7CE"/>
            </a:solidFill>
            <a:prstDash val="solid"/>
          </a:ln>
        </p:spPr>
      </p:sp>
      <p:sp>
        <p:nvSpPr>
          <p:cNvPr id="5" name="">
            <a:extLst xmlns:a="http://schemas.openxmlformats.org/drawingml/2006/main">
              <a:ext uri="{FF2B5EF4-FFF2-40B4-BE49-F238E27FC236}">
                <a16:creationId xmlns:a16="http://schemas.microsoft.com/office/drawing/2014/main" id="{7CC30339-597D-42C8-84CE-6245E9FCDD47}"/>
              </a:ext>
            </a:extLst>
          </p:cNvPr>
          <p:cNvSpPr>
            <a:spLocks xmlns:a="http://schemas.openxmlformats.org/drawingml/2006/main" noGrp="1"/>
          </p:cNvSpPr>
          <p:nvPr/>
        </p:nvSpPr>
        <p:spPr>
          <a:xfrm xmlns:a="http://schemas.openxmlformats.org/drawingml/2006/main">
            <a:off x="685800" y="15049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i="0">
                <a:solidFill>
                  <a:srgbClr val="17221D"/>
                </a:solidFill>
                <a:latin typeface="PT Sans"/>
                <a:ea typeface="PT Sans"/>
                <a:cs typeface="PT Sans"/>
              </a:defRPr>
            </a:pPr>
            <a:r>
              <a:rPr sz="2175" b="1" i="0">
                <a:solidFill>
                  <a:srgbClr val="17221D"/>
                </a:solidFill>
                <a:latin typeface="PT Sans"/>
                <a:ea typeface="PT Sans"/>
                <a:cs typeface="PT Sans"/>
              </a:rPr>
              <a:t>ЖИ сабақтың жобасын ұсынады. Зерттеу қорытындысын тест пен мұғалім бағасы анықтайды.</a:t>
            </a:r>
          </a:p>
        </p:txBody>
      </p:sp>
      <p:sp>
        <p:nvSpPr>
          <p:cNvPr id="6" name="">
            <a:extLst xmlns:a="http://schemas.openxmlformats.org/drawingml/2006/main">
              <a:ext uri="{FF2B5EF4-FFF2-40B4-BE49-F238E27FC236}">
                <a16:creationId xmlns:a16="http://schemas.microsoft.com/office/drawing/2014/main" id="{EE13023B-A631-47B4-89EB-62B1774DD87D}"/>
              </a:ext>
            </a:extLst>
          </p:cNvPr>
          <p:cNvSpPr>
            <a:spLocks xmlns:a="http://schemas.openxmlformats.org/drawingml/2006/main" noGrp="1"/>
          </p:cNvSpPr>
          <p:nvPr/>
        </p:nvSpPr>
        <p:spPr>
          <a:xfrm xmlns:a="http://schemas.openxmlformats.org/drawingml/2006/main">
            <a:off x="685800" y="2667000"/>
            <a:ext cx="2419350" cy="1257300"/>
          </a:xfrm>
          <a:prstGeom xmlns:a="http://schemas.openxmlformats.org/drawingml/2006/main" prst="roundRect">
            <a:avLst>
              <a:gd name="adj" fmla="val 16667"/>
            </a:avLst>
          </a:prstGeom>
          <a:solidFill xmlns:a="http://schemas.openxmlformats.org/drawingml/2006/main">
            <a:srgbClr val="10191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4B00B1-F010-42F5-8B89-38B6930D7393}"/>
              </a:ext>
            </a:extLst>
          </p:cNvPr>
          <p:cNvSpPr>
            <a:spLocks xmlns:a="http://schemas.openxmlformats.org/drawingml/2006/main" noGrp="1"/>
          </p:cNvSpPr>
          <p:nvPr/>
        </p:nvSpPr>
        <p:spPr>
          <a:xfrm xmlns:a="http://schemas.openxmlformats.org/drawingml/2006/main">
            <a:off x="914400" y="2905125"/>
            <a:ext cx="1962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i="0">
                <a:solidFill>
                  <a:srgbClr val="D8FF63"/>
                </a:solidFill>
                <a:latin typeface="PT Sans"/>
                <a:ea typeface="PT Sans"/>
                <a:cs typeface="PT Sans"/>
              </a:defRPr>
            </a:pPr>
            <a:r>
              <a:rPr sz="1875" b="1" i="0">
                <a:solidFill>
                  <a:srgbClr val="D8FF63"/>
                </a:solidFill>
                <a:latin typeface="PT Sans"/>
                <a:ea typeface="PT Sans"/>
                <a:cs typeface="PT Sans"/>
              </a:rPr>
              <a:t>React frontend</a:t>
            </a:r>
          </a:p>
        </p:txBody>
      </p:sp>
      <p:sp>
        <p:nvSpPr>
          <p:cNvPr id="8" name="">
            <a:extLst xmlns:a="http://schemas.openxmlformats.org/drawingml/2006/main">
              <a:ext uri="{FF2B5EF4-FFF2-40B4-BE49-F238E27FC236}">
                <a16:creationId xmlns:a16="http://schemas.microsoft.com/office/drawing/2014/main" id="{6CC9EDC7-E47C-4067-BDBA-3AC9768E05B6}"/>
              </a:ext>
            </a:extLst>
          </p:cNvPr>
          <p:cNvSpPr>
            <a:spLocks xmlns:a="http://schemas.openxmlformats.org/drawingml/2006/main" noGrp="1"/>
          </p:cNvSpPr>
          <p:nvPr/>
        </p:nvSpPr>
        <p:spPr>
          <a:xfrm xmlns:a="http://schemas.openxmlformats.org/drawingml/2006/main">
            <a:off x="914400" y="337185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i="0">
                <a:solidFill>
                  <a:srgbClr val="AAB5AE"/>
                </a:solidFill>
                <a:latin typeface="PT Sans"/>
                <a:ea typeface="PT Sans"/>
                <a:cs typeface="PT Sans"/>
              </a:defRPr>
            </a:pPr>
            <a:r>
              <a:rPr sz="1275" b="0" i="0">
                <a:solidFill>
                  <a:srgbClr val="AAB5AE"/>
                </a:solidFill>
                <a:latin typeface="PT Sans"/>
                <a:ea typeface="PT Sans"/>
                <a:cs typeface="PT Sans"/>
              </a:rPr>
              <a:t>Үш тіл, сабақтар, плеер</a:t>
            </a:r>
          </a:p>
        </p:txBody>
      </p:sp>
      <p:sp>
        <p:nvSpPr>
          <p:cNvPr id="9" name="">
            <a:extLst xmlns:a="http://schemas.openxmlformats.org/drawingml/2006/main">
              <a:ext uri="{FF2B5EF4-FFF2-40B4-BE49-F238E27FC236}">
                <a16:creationId xmlns:a16="http://schemas.microsoft.com/office/drawing/2014/main" id="{A2884FBB-D86D-41B0-962F-EE3651FA2760}"/>
              </a:ext>
            </a:extLst>
          </p:cNvPr>
          <p:cNvSpPr>
            <a:spLocks xmlns:a="http://schemas.openxmlformats.org/drawingml/2006/main" noGrp="1"/>
          </p:cNvSpPr>
          <p:nvPr/>
        </p:nvSpPr>
        <p:spPr>
          <a:xfrm xmlns:a="http://schemas.openxmlformats.org/drawingml/2006/main">
            <a:off x="3829050" y="2667000"/>
            <a:ext cx="2419350" cy="1257300"/>
          </a:xfrm>
          <a:prstGeom xmlns:a="http://schemas.openxmlformats.org/drawingml/2006/main" prst="roundRect">
            <a:avLst>
              <a:gd name="adj" fmla="val 16667"/>
            </a:avLst>
          </a:prstGeom>
          <a:solidFill xmlns:a="http://schemas.openxmlformats.org/drawingml/2006/main">
            <a:srgbClr val="DEE7D6"/>
          </a:solidFill>
          <a:ln xmlns:a="http://schemas.openxmlformats.org/drawingml/2006/main" w="9525">
            <a:solidFill>
              <a:srgbClr val="C4CFBC"/>
            </a:solidFill>
            <a:prstDash val="solid"/>
          </a:ln>
        </p:spPr>
      </p:sp>
      <p:sp>
        <p:nvSpPr>
          <p:cNvPr id="10" name="">
            <a:extLst xmlns:a="http://schemas.openxmlformats.org/drawingml/2006/main">
              <a:ext uri="{FF2B5EF4-FFF2-40B4-BE49-F238E27FC236}">
                <a16:creationId xmlns:a16="http://schemas.microsoft.com/office/drawing/2014/main" id="{904261FD-EF4C-4420-9706-A1B2C5C14F11}"/>
              </a:ext>
            </a:extLst>
          </p:cNvPr>
          <p:cNvSpPr>
            <a:spLocks xmlns:a="http://schemas.openxmlformats.org/drawingml/2006/main" noGrp="1"/>
          </p:cNvSpPr>
          <p:nvPr/>
        </p:nvSpPr>
        <p:spPr>
          <a:xfrm xmlns:a="http://schemas.openxmlformats.org/drawingml/2006/main">
            <a:off x="4057650" y="2905125"/>
            <a:ext cx="1962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i="0">
                <a:solidFill>
                  <a:srgbClr val="17221D"/>
                </a:solidFill>
                <a:latin typeface="PT Sans"/>
                <a:ea typeface="PT Sans"/>
                <a:cs typeface="PT Sans"/>
              </a:defRPr>
            </a:pPr>
            <a:r>
              <a:rPr sz="1875" b="1" i="0">
                <a:solidFill>
                  <a:srgbClr val="17221D"/>
                </a:solidFill>
                <a:latin typeface="PT Sans"/>
                <a:ea typeface="PT Sans"/>
                <a:cs typeface="PT Sans"/>
              </a:rPr>
              <a:t>Python FastAPI</a:t>
            </a:r>
          </a:p>
        </p:txBody>
      </p:sp>
      <p:sp>
        <p:nvSpPr>
          <p:cNvPr id="11" name="">
            <a:extLst xmlns:a="http://schemas.openxmlformats.org/drawingml/2006/main">
              <a:ext uri="{FF2B5EF4-FFF2-40B4-BE49-F238E27FC236}">
                <a16:creationId xmlns:a16="http://schemas.microsoft.com/office/drawing/2014/main" id="{AA3ED81B-EC20-4F07-87F6-3DDE3FFB02A6}"/>
              </a:ext>
            </a:extLst>
          </p:cNvPr>
          <p:cNvSpPr>
            <a:spLocks xmlns:a="http://schemas.openxmlformats.org/drawingml/2006/main" noGrp="1"/>
          </p:cNvSpPr>
          <p:nvPr/>
        </p:nvSpPr>
        <p:spPr>
          <a:xfrm xmlns:a="http://schemas.openxmlformats.org/drawingml/2006/main">
            <a:off x="4057650" y="3371850"/>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i="0">
                <a:solidFill>
                  <a:srgbClr val="68736C"/>
                </a:solidFill>
                <a:latin typeface="PT Sans"/>
                <a:ea typeface="PT Sans"/>
                <a:cs typeface="PT Sans"/>
              </a:defRPr>
            </a:pPr>
            <a:r>
              <a:rPr sz="1200" b="0" i="0">
                <a:solidFill>
                  <a:srgbClr val="68736C"/>
                </a:solidFill>
                <a:latin typeface="PT Sans"/>
                <a:ea typeface="PT Sans"/>
                <a:cs typeface="PT Sans"/>
              </a:rPr>
              <a:t>Schema validation, API key, quota</a:t>
            </a:r>
          </a:p>
        </p:txBody>
      </p:sp>
      <p:sp>
        <p:nvSpPr>
          <p:cNvPr id="12" name="">
            <a:extLst xmlns:a="http://schemas.openxmlformats.org/drawingml/2006/main">
              <a:ext uri="{FF2B5EF4-FFF2-40B4-BE49-F238E27FC236}">
                <a16:creationId xmlns:a16="http://schemas.microsoft.com/office/drawing/2014/main" id="{126FCA0B-616D-4083-A30A-30BCDDB9FAE8}"/>
              </a:ext>
            </a:extLst>
          </p:cNvPr>
          <p:cNvSpPr>
            <a:spLocks xmlns:a="http://schemas.openxmlformats.org/drawingml/2006/main" noGrp="1"/>
          </p:cNvSpPr>
          <p:nvPr/>
        </p:nvSpPr>
        <p:spPr>
          <a:xfrm xmlns:a="http://schemas.openxmlformats.org/drawingml/2006/main">
            <a:off x="6972300" y="2247900"/>
            <a:ext cx="2419350" cy="1257300"/>
          </a:xfrm>
          <a:prstGeom xmlns:a="http://schemas.openxmlformats.org/drawingml/2006/main" prst="roundRect">
            <a:avLst>
              <a:gd name="adj" fmla="val 16667"/>
            </a:avLst>
          </a:prstGeom>
          <a:solidFill xmlns:a="http://schemas.openxmlformats.org/drawingml/2006/main">
            <a:srgbClr val="E5DDF7"/>
          </a:solidFill>
          <a:ln xmlns:a="http://schemas.openxmlformats.org/drawingml/2006/main" w="9525">
            <a:solidFill>
              <a:srgbClr val="D1C5EA"/>
            </a:solidFill>
            <a:prstDash val="solid"/>
          </a:ln>
        </p:spPr>
      </p:sp>
      <p:sp>
        <p:nvSpPr>
          <p:cNvPr id="13" name="">
            <a:extLst xmlns:a="http://schemas.openxmlformats.org/drawingml/2006/main">
              <a:ext uri="{FF2B5EF4-FFF2-40B4-BE49-F238E27FC236}">
                <a16:creationId xmlns:a16="http://schemas.microsoft.com/office/drawing/2014/main" id="{C473DD35-5124-40D4-9949-B294DE3C550C}"/>
              </a:ext>
            </a:extLst>
          </p:cNvPr>
          <p:cNvSpPr>
            <a:spLocks xmlns:a="http://schemas.openxmlformats.org/drawingml/2006/main" noGrp="1"/>
          </p:cNvSpPr>
          <p:nvPr/>
        </p:nvSpPr>
        <p:spPr>
          <a:xfrm xmlns:a="http://schemas.openxmlformats.org/drawingml/2006/main">
            <a:off x="7200900" y="2486025"/>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i="0">
                <a:solidFill>
                  <a:srgbClr val="17221D"/>
                </a:solidFill>
                <a:latin typeface="PT Sans"/>
                <a:ea typeface="PT Sans"/>
                <a:cs typeface="PT Sans"/>
              </a:defRPr>
            </a:pPr>
            <a:r>
              <a:rPr sz="1800" b="1" i="0">
                <a:solidFill>
                  <a:srgbClr val="17221D"/>
                </a:solidFill>
                <a:latin typeface="PT Sans"/>
                <a:ea typeface="PT Sans"/>
                <a:cs typeface="PT Sans"/>
              </a:rPr>
              <a:t>OpenRouter</a:t>
            </a:r>
          </a:p>
        </p:txBody>
      </p:sp>
      <p:sp>
        <p:nvSpPr>
          <p:cNvPr id="14" name="">
            <a:extLst xmlns:a="http://schemas.openxmlformats.org/drawingml/2006/main">
              <a:ext uri="{FF2B5EF4-FFF2-40B4-BE49-F238E27FC236}">
                <a16:creationId xmlns:a16="http://schemas.microsoft.com/office/drawing/2014/main" id="{55D32603-6DED-4E37-BCC0-33D70246EBD1}"/>
              </a:ext>
            </a:extLst>
          </p:cNvPr>
          <p:cNvSpPr>
            <a:spLocks xmlns:a="http://schemas.openxmlformats.org/drawingml/2006/main" noGrp="1"/>
          </p:cNvSpPr>
          <p:nvPr/>
        </p:nvSpPr>
        <p:spPr>
          <a:xfrm xmlns:a="http://schemas.openxmlformats.org/drawingml/2006/main">
            <a:off x="7200900" y="295275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i="0">
                <a:solidFill>
                  <a:srgbClr val="68736C"/>
                </a:solidFill>
                <a:latin typeface="PT Sans"/>
                <a:ea typeface="PT Sans"/>
                <a:cs typeface="PT Sans"/>
              </a:defRPr>
            </a:pPr>
            <a:r>
              <a:rPr sz="1200" b="0" i="0">
                <a:solidFill>
                  <a:srgbClr val="68736C"/>
                </a:solidFill>
                <a:latin typeface="PT Sans"/>
                <a:ea typeface="PT Sans"/>
                <a:cs typeface="PT Sans"/>
              </a:rPr>
              <a:t>MiniMax M3 · optional web AI</a:t>
            </a:r>
          </a:p>
        </p:txBody>
      </p:sp>
      <p:sp>
        <p:nvSpPr>
          <p:cNvPr id="15" name="">
            <a:extLst xmlns:a="http://schemas.openxmlformats.org/drawingml/2006/main">
              <a:ext uri="{FF2B5EF4-FFF2-40B4-BE49-F238E27FC236}">
                <a16:creationId xmlns:a16="http://schemas.microsoft.com/office/drawing/2014/main" id="{6906ACFA-E45F-4258-BD5D-A8B958610403}"/>
              </a:ext>
            </a:extLst>
          </p:cNvPr>
          <p:cNvSpPr>
            <a:spLocks xmlns:a="http://schemas.openxmlformats.org/drawingml/2006/main" noGrp="1"/>
          </p:cNvSpPr>
          <p:nvPr/>
        </p:nvSpPr>
        <p:spPr>
          <a:xfrm xmlns:a="http://schemas.openxmlformats.org/drawingml/2006/main">
            <a:off x="6972300" y="4038600"/>
            <a:ext cx="2419350" cy="1257300"/>
          </a:xfrm>
          <a:prstGeom xmlns:a="http://schemas.openxmlformats.org/drawingml/2006/main" prst="roundRect">
            <a:avLst>
              <a:gd name="adj" fmla="val 16667"/>
            </a:avLst>
          </a:prstGeom>
          <a:solidFill xmlns:a="http://schemas.openxmlformats.org/drawingml/2006/main">
            <a:srgbClr val="DCEBFA"/>
          </a:solidFill>
          <a:ln xmlns:a="http://schemas.openxmlformats.org/drawingml/2006/main" w="9525">
            <a:solidFill>
              <a:srgbClr val="C3D7EC"/>
            </a:solidFill>
            <a:prstDash val="solid"/>
          </a:ln>
        </p:spPr>
      </p:sp>
      <p:sp>
        <p:nvSpPr>
          <p:cNvPr id="16" name="">
            <a:extLst xmlns:a="http://schemas.openxmlformats.org/drawingml/2006/main">
              <a:ext uri="{FF2B5EF4-FFF2-40B4-BE49-F238E27FC236}">
                <a16:creationId xmlns:a16="http://schemas.microsoft.com/office/drawing/2014/main" id="{6E06376F-885C-4E15-AA01-A6322B847F9E}"/>
              </a:ext>
            </a:extLst>
          </p:cNvPr>
          <p:cNvSpPr>
            <a:spLocks xmlns:a="http://schemas.openxmlformats.org/drawingml/2006/main" noGrp="1"/>
          </p:cNvSpPr>
          <p:nvPr/>
        </p:nvSpPr>
        <p:spPr>
          <a:xfrm xmlns:a="http://schemas.openxmlformats.org/drawingml/2006/main">
            <a:off x="7200900" y="4276725"/>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i="0">
                <a:solidFill>
                  <a:srgbClr val="17221D"/>
                </a:solidFill>
                <a:latin typeface="PT Sans"/>
                <a:ea typeface="PT Sans"/>
                <a:cs typeface="PT Sans"/>
              </a:defRPr>
            </a:pPr>
            <a:r>
              <a:rPr sz="1800" b="1" i="0">
                <a:solidFill>
                  <a:srgbClr val="17221D"/>
                </a:solidFill>
                <a:latin typeface="PT Sans"/>
                <a:ea typeface="PT Sans"/>
                <a:cs typeface="PT Sans"/>
              </a:rPr>
              <a:t>SQLite</a:t>
            </a:r>
          </a:p>
        </p:txBody>
      </p:sp>
      <p:sp>
        <p:nvSpPr>
          <p:cNvPr id="17" name="">
            <a:extLst xmlns:a="http://schemas.openxmlformats.org/drawingml/2006/main">
              <a:ext uri="{FF2B5EF4-FFF2-40B4-BE49-F238E27FC236}">
                <a16:creationId xmlns:a16="http://schemas.microsoft.com/office/drawing/2014/main" id="{FDDA9144-3268-4644-B955-F3EB79C7895F}"/>
              </a:ext>
            </a:extLst>
          </p:cNvPr>
          <p:cNvSpPr>
            <a:spLocks xmlns:a="http://schemas.openxmlformats.org/drawingml/2006/main" noGrp="1"/>
          </p:cNvSpPr>
          <p:nvPr/>
        </p:nvSpPr>
        <p:spPr>
          <a:xfrm xmlns:a="http://schemas.openxmlformats.org/drawingml/2006/main">
            <a:off x="7200900" y="474345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i="0">
                <a:solidFill>
                  <a:srgbClr val="68736C"/>
                </a:solidFill>
                <a:latin typeface="PT Sans"/>
                <a:ea typeface="PT Sans"/>
                <a:cs typeface="PT Sans"/>
              </a:defRPr>
            </a:pPr>
            <a:r>
              <a:rPr sz="1200" b="0" i="0">
                <a:solidFill>
                  <a:srgbClr val="68736C"/>
                </a:solidFill>
                <a:latin typeface="PT Sans"/>
                <a:ea typeface="PT Sans"/>
                <a:cs typeface="PT Sans"/>
              </a:rPr>
              <a:t>Прогресс және туынды дерек</a:t>
            </a:r>
          </a:p>
        </p:txBody>
      </p:sp>
      <p:sp>
        <p:nvSpPr>
          <p:cNvPr id="18" name="">
            <a:extLst xmlns:a="http://schemas.openxmlformats.org/drawingml/2006/main">
              <a:ext uri="{FF2B5EF4-FFF2-40B4-BE49-F238E27FC236}">
                <a16:creationId xmlns:a16="http://schemas.microsoft.com/office/drawing/2014/main" id="{9C264B5F-8DCD-4887-9129-15E21FDB738F}"/>
              </a:ext>
            </a:extLst>
          </p:cNvPr>
          <p:cNvSpPr>
            <a:spLocks xmlns:a="http://schemas.openxmlformats.org/drawingml/2006/main" noGrp="1"/>
          </p:cNvSpPr>
          <p:nvPr/>
        </p:nvSpPr>
        <p:spPr>
          <a:xfrm xmlns:a="http://schemas.openxmlformats.org/drawingml/2006/main">
            <a:off x="10020300" y="2247900"/>
            <a:ext cx="1485900" cy="3238500"/>
          </a:xfrm>
          <a:prstGeom xmlns:a="http://schemas.openxmlformats.org/drawingml/2006/main" prst="roundRect">
            <a:avLst>
              <a:gd name="adj" fmla="val 14103"/>
            </a:avLst>
          </a:prstGeom>
          <a:solidFill xmlns:a="http://schemas.openxmlformats.org/drawingml/2006/main">
            <a:srgbClr val="10191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D41B23-DAF7-45DA-900B-B3CD86D7750D}"/>
              </a:ext>
            </a:extLst>
          </p:cNvPr>
          <p:cNvSpPr>
            <a:spLocks xmlns:a="http://schemas.openxmlformats.org/drawingml/2006/main" noGrp="1"/>
          </p:cNvSpPr>
          <p:nvPr/>
        </p:nvSpPr>
        <p:spPr>
          <a:xfrm xmlns:a="http://schemas.openxmlformats.org/drawingml/2006/main">
            <a:off x="10210800" y="2533650"/>
            <a:ext cx="1104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i="0">
                <a:solidFill>
                  <a:srgbClr val="D8FF63"/>
                </a:solidFill>
                <a:latin typeface="PT Sans"/>
                <a:ea typeface="PT Sans"/>
                <a:cs typeface="PT Sans"/>
              </a:defRPr>
            </a:pPr>
            <a:r>
              <a:rPr sz="1800" b="1" i="0">
                <a:solidFill>
                  <a:srgbClr val="D8FF63"/>
                </a:solidFill>
                <a:latin typeface="PT Sans"/>
                <a:ea typeface="PT Sans"/>
                <a:cs typeface="PT Sans"/>
              </a:rPr>
              <a:t>Мұғалім</a:t>
            </a:r>
          </a:p>
        </p:txBody>
      </p:sp>
      <p:sp>
        <p:nvSpPr>
          <p:cNvPr id="20" name="">
            <a:extLst xmlns:a="http://schemas.openxmlformats.org/drawingml/2006/main">
              <a:ext uri="{FF2B5EF4-FFF2-40B4-BE49-F238E27FC236}">
                <a16:creationId xmlns:a16="http://schemas.microsoft.com/office/drawing/2014/main" id="{CE298557-47B8-4493-A471-07CD2B829AA1}"/>
              </a:ext>
            </a:extLst>
          </p:cNvPr>
          <p:cNvSpPr>
            <a:spLocks xmlns:a="http://schemas.openxmlformats.org/drawingml/2006/main" noGrp="1"/>
          </p:cNvSpPr>
          <p:nvPr/>
        </p:nvSpPr>
        <p:spPr>
          <a:xfrm xmlns:a="http://schemas.openxmlformats.org/drawingml/2006/main">
            <a:off x="10715625" y="3105150"/>
            <a:ext cx="85725" cy="85725"/>
          </a:xfrm>
          <a:prstGeom xmlns:a="http://schemas.openxmlformats.org/drawingml/2006/main" prst="ellipse">
            <a:avLst/>
          </a:prstGeom>
          <a:solidFill xmlns:a="http://schemas.openxmlformats.org/drawingml/2006/main">
            <a:srgbClr val="D8FF6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5295D7C-42A3-4B8B-831A-5AC79213DCC7}"/>
              </a:ext>
            </a:extLst>
          </p:cNvPr>
          <p:cNvSpPr>
            <a:spLocks xmlns:a="http://schemas.openxmlformats.org/drawingml/2006/main" noGrp="1"/>
          </p:cNvSpPr>
          <p:nvPr/>
        </p:nvSpPr>
        <p:spPr>
          <a:xfrm xmlns:a="http://schemas.openxmlformats.org/drawingml/2006/main">
            <a:off x="10210800" y="3295650"/>
            <a:ext cx="1104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i="0">
                <a:solidFill>
                  <a:srgbClr val="AAB5AE"/>
                </a:solidFill>
                <a:latin typeface="PT Sans"/>
                <a:ea typeface="PT Sans"/>
                <a:cs typeface="PT Sans"/>
              </a:defRPr>
            </a:pPr>
            <a:r>
              <a:rPr sz="1200" b="0" i="0">
                <a:solidFill>
                  <a:srgbClr val="AAB5AE"/>
                </a:solidFill>
                <a:latin typeface="PT Sans"/>
                <a:ea typeface="PT Sans"/>
                <a:cs typeface="PT Sans"/>
              </a:rPr>
              <a:t>Контентті</a:t>
            </a:r>
          </a:p>
          <a:p xmlns:a="http://schemas.openxmlformats.org/drawingml/2006/main">
            <a:pPr algn="ctr">
              <a:defRPr sz="1200" b="0" i="0">
                <a:solidFill>
                  <a:srgbClr val="AAB5AE"/>
                </a:solidFill>
                <a:latin typeface="PT Sans"/>
                <a:ea typeface="PT Sans"/>
                <a:cs typeface="PT Sans"/>
              </a:defRPr>
            </a:pPr>
            <a:r>
              <a:rPr sz="1200" b="0" i="0">
                <a:solidFill>
                  <a:srgbClr val="AAB5AE"/>
                </a:solidFill>
                <a:latin typeface="PT Sans"/>
                <a:ea typeface="PT Sans"/>
                <a:cs typeface="PT Sans"/>
              </a:rPr>
              <a:t>қарайды</a:t>
            </a:r>
          </a:p>
        </p:txBody>
      </p:sp>
      <p:sp>
        <p:nvSpPr>
          <p:cNvPr id="22" name="">
            <a:extLst xmlns:a="http://schemas.openxmlformats.org/drawingml/2006/main">
              <a:ext uri="{FF2B5EF4-FFF2-40B4-BE49-F238E27FC236}">
                <a16:creationId xmlns:a16="http://schemas.microsoft.com/office/drawing/2014/main" id="{81D4EE6A-7479-4535-8CDF-8BF75A97D901}"/>
              </a:ext>
            </a:extLst>
          </p:cNvPr>
          <p:cNvSpPr>
            <a:spLocks xmlns:a="http://schemas.openxmlformats.org/drawingml/2006/main" noGrp="1"/>
          </p:cNvSpPr>
          <p:nvPr/>
        </p:nvSpPr>
        <p:spPr>
          <a:xfrm xmlns:a="http://schemas.openxmlformats.org/drawingml/2006/main">
            <a:off x="10715625" y="3905250"/>
            <a:ext cx="85725" cy="85725"/>
          </a:xfrm>
          <a:prstGeom xmlns:a="http://schemas.openxmlformats.org/drawingml/2006/main" prst="ellipse">
            <a:avLst/>
          </a:prstGeom>
          <a:solidFill xmlns:a="http://schemas.openxmlformats.org/drawingml/2006/main">
            <a:srgbClr val="B69B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A285C9-DA8F-4C00-B9F4-BD7E0D7A61BB}"/>
              </a:ext>
            </a:extLst>
          </p:cNvPr>
          <p:cNvSpPr>
            <a:spLocks xmlns:a="http://schemas.openxmlformats.org/drawingml/2006/main" noGrp="1"/>
          </p:cNvSpPr>
          <p:nvPr/>
        </p:nvSpPr>
        <p:spPr>
          <a:xfrm xmlns:a="http://schemas.openxmlformats.org/drawingml/2006/main">
            <a:off x="10210800" y="4095750"/>
            <a:ext cx="1104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AAB5AE"/>
                </a:solidFill>
                <a:latin typeface="PT Sans"/>
                <a:ea typeface="PT Sans"/>
                <a:cs typeface="PT Sans"/>
              </a:defRPr>
            </a:pPr>
            <a:r>
              <a:rPr sz="1125" b="0" i="0">
                <a:solidFill>
                  <a:srgbClr val="AAB5AE"/>
                </a:solidFill>
                <a:latin typeface="PT Sans"/>
                <a:ea typeface="PT Sans"/>
                <a:cs typeface="PT Sans"/>
              </a:rPr>
              <a:t>Speaking</a:t>
            </a:r>
          </a:p>
          <a:p xmlns:a="http://schemas.openxmlformats.org/drawingml/2006/main">
            <a:pPr algn="ctr">
              <a:defRPr sz="1125" b="0" i="0">
                <a:solidFill>
                  <a:srgbClr val="AAB5AE"/>
                </a:solidFill>
                <a:latin typeface="PT Sans"/>
                <a:ea typeface="PT Sans"/>
                <a:cs typeface="PT Sans"/>
              </a:defRPr>
            </a:pPr>
            <a:r>
              <a:rPr sz="1125" b="0" i="0">
                <a:solidFill>
                  <a:srgbClr val="AAB5AE"/>
                </a:solidFill>
                <a:latin typeface="PT Sans"/>
                <a:ea typeface="PT Sans"/>
                <a:cs typeface="PT Sans"/>
              </a:rPr>
              <a:t>рубрикасын</a:t>
            </a:r>
          </a:p>
          <a:p xmlns:a="http://schemas.openxmlformats.org/drawingml/2006/main">
            <a:pPr algn="ctr">
              <a:defRPr sz="1125" b="0" i="0">
                <a:solidFill>
                  <a:srgbClr val="AAB5AE"/>
                </a:solidFill>
                <a:latin typeface="PT Sans"/>
                <a:ea typeface="PT Sans"/>
                <a:cs typeface="PT Sans"/>
              </a:defRPr>
            </a:pPr>
            <a:r>
              <a:rPr sz="1125" b="0" i="0">
                <a:solidFill>
                  <a:srgbClr val="AAB5AE"/>
                </a:solidFill>
                <a:latin typeface="PT Sans"/>
                <a:ea typeface="PT Sans"/>
                <a:cs typeface="PT Sans"/>
              </a:rPr>
              <a:t>бағалайды</a:t>
            </a:r>
          </a:p>
        </p:txBody>
      </p:sp>
      <p:sp>
        <p:nvSpPr>
          <p:cNvPr id="24" name="">
            <a:extLst xmlns:a="http://schemas.openxmlformats.org/drawingml/2006/main">
              <a:ext uri="{FF2B5EF4-FFF2-40B4-BE49-F238E27FC236}">
                <a16:creationId xmlns:a16="http://schemas.microsoft.com/office/drawing/2014/main" id="{35FA6786-13D3-42BD-8746-CEDA1397CF58}"/>
              </a:ext>
            </a:extLst>
          </p:cNvPr>
          <p:cNvSpPr>
            <a:spLocks xmlns:a="http://schemas.openxmlformats.org/drawingml/2006/main" noGrp="1"/>
          </p:cNvSpPr>
          <p:nvPr/>
        </p:nvSpPr>
        <p:spPr>
          <a:xfrm xmlns:a="http://schemas.openxmlformats.org/drawingml/2006/main">
            <a:off x="10715625" y="4857750"/>
            <a:ext cx="85725" cy="85725"/>
          </a:xfrm>
          <a:prstGeom xmlns:a="http://schemas.openxmlformats.org/drawingml/2006/main" prst="ellipse">
            <a:avLst/>
          </a:prstGeom>
          <a:solidFill xmlns:a="http://schemas.openxmlformats.org/drawingml/2006/main">
            <a:srgbClr val="83B6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7CE43C6-E28A-42FA-9322-8646D52449F4}"/>
              </a:ext>
            </a:extLst>
          </p:cNvPr>
          <p:cNvSpPr>
            <a:spLocks xmlns:a="http://schemas.openxmlformats.org/drawingml/2006/main" noGrp="1"/>
          </p:cNvSpPr>
          <p:nvPr/>
        </p:nvSpPr>
        <p:spPr>
          <a:xfrm xmlns:a="http://schemas.openxmlformats.org/drawingml/2006/main">
            <a:off x="10210800" y="5010150"/>
            <a:ext cx="110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AAB5AE"/>
                </a:solidFill>
                <a:latin typeface="PT Sans"/>
                <a:ea typeface="PT Sans"/>
                <a:cs typeface="PT Sans"/>
              </a:defRPr>
            </a:pPr>
            <a:r>
              <a:rPr sz="1125" b="0" i="0">
                <a:solidFill>
                  <a:srgbClr val="AAB5AE"/>
                </a:solidFill>
                <a:latin typeface="PT Sans"/>
                <a:ea typeface="PT Sans"/>
                <a:cs typeface="PT Sans"/>
              </a:rPr>
              <a:t>Нәтижені</a:t>
            </a:r>
          </a:p>
          <a:p xmlns:a="http://schemas.openxmlformats.org/drawingml/2006/main">
            <a:pPr algn="ctr">
              <a:defRPr sz="1125" b="0" i="0">
                <a:solidFill>
                  <a:srgbClr val="AAB5AE"/>
                </a:solidFill>
                <a:latin typeface="PT Sans"/>
                <a:ea typeface="PT Sans"/>
                <a:cs typeface="PT Sans"/>
              </a:defRPr>
            </a:pPr>
            <a:r>
              <a:rPr sz="1125" b="0" i="0">
                <a:solidFill>
                  <a:srgbClr val="AAB5AE"/>
                </a:solidFill>
                <a:latin typeface="PT Sans"/>
                <a:ea typeface="PT Sans"/>
                <a:cs typeface="PT Sans"/>
              </a:rPr>
              <a:t>тексереді</a:t>
            </a:r>
          </a:p>
        </p:txBody>
      </p:sp>
      <p:cxnSp>
        <p:nvCxnSpPr>
          <p:cNvPr id="60" name=""/>
          <p:cNvCxnSpPr>
            <a:stCxn xmlns:a="http://schemas.openxmlformats.org/drawingml/2006/main" id="6" idx="3"/>
            <a:endCxn xmlns:a="http://schemas.openxmlformats.org/drawingml/2006/main" id="9" idx="1"/>
          </p:cNvCxnSpPr>
          <p:nvPr/>
        </p:nvCxnSpPr>
        <p:spPr>
          <a:xfrm xmlns:a="http://schemas.openxmlformats.org/drawingml/2006/main">
            <a:off x="3105150" y="3295650"/>
            <a:ext cx="723900" cy="0"/>
          </a:xfrm>
          <a:prstGeom xmlns:a="http://schemas.openxmlformats.org/drawingml/2006/main" prst="straightConnector1">
            <a:avLst/>
          </a:prstGeom>
          <a:ln xmlns:a="http://schemas.openxmlformats.org/drawingml/2006/main" w="19050">
            <a:solidFill>
              <a:srgbClr val="87928B"/>
            </a:solidFill>
            <a:prstDash val="solid"/>
            <a:tailEnd type="triangle" w="sm" len="sm"/>
          </a:ln>
        </p:spPr>
      </p:cxnSp>
      <p:cxnSp>
        <p:nvCxnSpPr>
          <p:cNvPr id="61" name=""/>
          <p:cNvCxnSpPr>
            <a:stCxn xmlns:a="http://schemas.openxmlformats.org/drawingml/2006/main" id="9" idx="3"/>
            <a:endCxn xmlns:a="http://schemas.openxmlformats.org/drawingml/2006/main" id="12" idx="1"/>
          </p:cNvCxnSpPr>
          <p:nvPr/>
        </p:nvCxnSpPr>
        <p:spPr>
          <a:xfrm xmlns:a="http://schemas.openxmlformats.org/drawingml/2006/main" flipV="1">
            <a:off x="6248400" y="2876550"/>
            <a:ext cx="723900" cy="419100"/>
          </a:xfrm>
          <a:prstGeom xmlns:a="http://schemas.openxmlformats.org/drawingml/2006/main" prst="bentConnector3">
            <a:avLst>
              <a:gd name="adj1" fmla="val 50000"/>
            </a:avLst>
          </a:prstGeom>
          <a:ln xmlns:a="http://schemas.openxmlformats.org/drawingml/2006/main" w="19050">
            <a:solidFill>
              <a:srgbClr val="B69BFF"/>
            </a:solidFill>
            <a:prstDash val="solid"/>
            <a:tailEnd type="triangle" w="sm" len="sm"/>
          </a:ln>
        </p:spPr>
      </p:cxnSp>
      <p:cxnSp>
        <p:nvCxnSpPr>
          <p:cNvPr id="62" name=""/>
          <p:cNvCxnSpPr>
            <a:stCxn xmlns:a="http://schemas.openxmlformats.org/drawingml/2006/main" id="9" idx="3"/>
            <a:endCxn xmlns:a="http://schemas.openxmlformats.org/drawingml/2006/main" id="15" idx="1"/>
          </p:cNvCxnSpPr>
          <p:nvPr/>
        </p:nvCxnSpPr>
        <p:spPr>
          <a:xfrm xmlns:a="http://schemas.openxmlformats.org/drawingml/2006/main">
            <a:off x="6248400" y="3295650"/>
            <a:ext cx="723900" cy="1371600"/>
          </a:xfrm>
          <a:prstGeom xmlns:a="http://schemas.openxmlformats.org/drawingml/2006/main" prst="bentConnector3">
            <a:avLst>
              <a:gd name="adj1" fmla="val 50000"/>
            </a:avLst>
          </a:prstGeom>
          <a:ln xmlns:a="http://schemas.openxmlformats.org/drawingml/2006/main" w="19050">
            <a:solidFill>
              <a:srgbClr val="83B6FF"/>
            </a:solidFill>
            <a:prstDash val="solid"/>
            <a:tailEnd type="triangle" w="sm" len="sm"/>
          </a:ln>
        </p:spPr>
      </p:cxnSp>
      <p:cxnSp>
        <p:nvCxnSpPr>
          <p:cNvPr id="63" name=""/>
          <p:cNvCxnSpPr>
            <a:stCxn xmlns:a="http://schemas.openxmlformats.org/drawingml/2006/main" id="12" idx="3"/>
            <a:endCxn xmlns:a="http://schemas.openxmlformats.org/drawingml/2006/main" id="18" idx="1"/>
          </p:cNvCxnSpPr>
          <p:nvPr/>
        </p:nvCxnSpPr>
        <p:spPr>
          <a:xfrm xmlns:a="http://schemas.openxmlformats.org/drawingml/2006/main">
            <a:off x="9391650" y="2876550"/>
            <a:ext cx="628650" cy="990600"/>
          </a:xfrm>
          <a:prstGeom xmlns:a="http://schemas.openxmlformats.org/drawingml/2006/main" prst="bentConnector3">
            <a:avLst>
              <a:gd name="adj1" fmla="val 50000"/>
            </a:avLst>
          </a:prstGeom>
          <a:ln xmlns:a="http://schemas.openxmlformats.org/drawingml/2006/main" w="19050">
            <a:solidFill>
              <a:srgbClr val="B69BFF"/>
            </a:solidFill>
            <a:prstDash val="dash"/>
          </a:ln>
        </p:spPr>
      </p:cxnSp>
      <p:cxnSp>
        <p:nvCxnSpPr>
          <p:cNvPr id="64" name=""/>
          <p:cNvCxnSpPr>
            <a:stCxn xmlns:a="http://schemas.openxmlformats.org/drawingml/2006/main" id="15" idx="3"/>
            <a:endCxn xmlns:a="http://schemas.openxmlformats.org/drawingml/2006/main" id="18" idx="1"/>
          </p:cNvCxnSpPr>
          <p:nvPr/>
        </p:nvCxnSpPr>
        <p:spPr>
          <a:xfrm xmlns:a="http://schemas.openxmlformats.org/drawingml/2006/main" flipV="1">
            <a:off x="9391650" y="3867150"/>
            <a:ext cx="628650" cy="800100"/>
          </a:xfrm>
          <a:prstGeom xmlns:a="http://schemas.openxmlformats.org/drawingml/2006/main" prst="bentConnector3">
            <a:avLst>
              <a:gd name="adj1" fmla="val 50000"/>
            </a:avLst>
          </a:prstGeom>
          <a:ln xmlns:a="http://schemas.openxmlformats.org/drawingml/2006/main" w="19050">
            <a:solidFill>
              <a:srgbClr val="83B6FF"/>
            </a:solidFill>
            <a:prstDash val="dash"/>
          </a:ln>
        </p:spPr>
      </p:cxnSp>
      <p:sp>
        <p:nvSpPr>
          <p:cNvPr id="31" name="">
            <a:extLst xmlns:a="http://schemas.openxmlformats.org/drawingml/2006/main">
              <a:ext uri="{FF2B5EF4-FFF2-40B4-BE49-F238E27FC236}">
                <a16:creationId xmlns:a16="http://schemas.microsoft.com/office/drawing/2014/main" id="{299AFBE5-6F7D-4423-8284-F3F6F383894D}"/>
              </a:ext>
            </a:extLst>
          </p:cNvPr>
          <p:cNvSpPr>
            <a:spLocks xmlns:a="http://schemas.openxmlformats.org/drawingml/2006/main" noGrp="1"/>
          </p:cNvSpPr>
          <p:nvPr/>
        </p:nvSpPr>
        <p:spPr>
          <a:xfrm xmlns:a="http://schemas.openxmlformats.org/drawingml/2006/main">
            <a:off x="685800" y="5715000"/>
            <a:ext cx="10820400" cy="438150"/>
          </a:xfrm>
          <a:prstGeom xmlns:a="http://schemas.openxmlformats.org/drawingml/2006/main" prst="roundRect">
            <a:avLst>
              <a:gd name="adj" fmla="val 30435"/>
            </a:avLst>
          </a:prstGeom>
          <a:solidFill xmlns:a="http://schemas.openxmlformats.org/drawingml/2006/main">
            <a:srgbClr val="E3E8D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4D7F130-E576-4B54-8510-3F40B4C0631B}"/>
              </a:ext>
            </a:extLst>
          </p:cNvPr>
          <p:cNvSpPr>
            <a:spLocks xmlns:a="http://schemas.openxmlformats.org/drawingml/2006/main" noGrp="1"/>
          </p:cNvSpPr>
          <p:nvPr/>
        </p:nvSpPr>
        <p:spPr>
          <a:xfrm xmlns:a="http://schemas.openxmlformats.org/drawingml/2006/main">
            <a:off x="914400" y="5819775"/>
            <a:ext cx="1036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i="0">
                <a:solidFill>
                  <a:srgbClr val="17221D"/>
                </a:solidFill>
                <a:latin typeface="PT Sans"/>
                <a:ea typeface="PT Sans"/>
                <a:cs typeface="PT Sans"/>
              </a:defRPr>
            </a:pPr>
            <a:r>
              <a:rPr sz="1350" b="1" i="0">
                <a:solidFill>
                  <a:srgbClr val="17221D"/>
                </a:solidFill>
                <a:latin typeface="PT Sans"/>
                <a:ea typeface="PT Sans"/>
                <a:cs typeface="PT Sans"/>
              </a:rPr>
              <a:t>Fallback режимі API қолжетімсіз кезде дайын сабақтарды жұмыс күйінде сақтайды</a:t>
            </a:r>
          </a:p>
        </p:txBody>
      </p:sp>
      <p:sp>
        <p:nvSpPr>
          <p:cNvPr id="33" name="">
            <a:extLst xmlns:a="http://schemas.openxmlformats.org/drawingml/2006/main">
              <a:ext uri="{FF2B5EF4-FFF2-40B4-BE49-F238E27FC236}">
                <a16:creationId xmlns:a16="http://schemas.microsoft.com/office/drawing/2014/main" id="{1BF4868F-7DAC-4DBB-998B-556B0FBA4FBE}"/>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8A938D"/>
                </a:solidFill>
                <a:latin typeface="PT Sans"/>
                <a:ea typeface="PT Sans"/>
                <a:cs typeface="PT Sans"/>
              </a:defRPr>
            </a:pPr>
            <a:r>
              <a:rPr sz="975" b="1" i="0">
                <a:solidFill>
                  <a:srgbClr val="8A938D"/>
                </a:solidFill>
                <a:latin typeface="PT Sans"/>
                <a:ea typeface="PT Sans"/>
                <a:cs typeface="PT Sans"/>
              </a:rPr>
              <a:t>SONORA · ҒЫЛЫМИ ЖОБА</a:t>
            </a:r>
          </a:p>
        </p:txBody>
      </p:sp>
      <p:sp>
        <p:nvSpPr>
          <p:cNvPr id="34" name="">
            <a:extLst xmlns:a="http://schemas.openxmlformats.org/drawingml/2006/main">
              <a:ext uri="{FF2B5EF4-FFF2-40B4-BE49-F238E27FC236}">
                <a16:creationId xmlns:a16="http://schemas.microsoft.com/office/drawing/2014/main" id="{701153BD-34F6-45D7-8FED-0D9A9DB6D5D7}"/>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8A938D"/>
                </a:solidFill>
                <a:latin typeface="PT Sans"/>
                <a:ea typeface="PT Sans"/>
                <a:cs typeface="PT Sans"/>
              </a:defRPr>
            </a:pPr>
            <a:r>
              <a:rPr sz="975" b="0" i="0">
                <a:solidFill>
                  <a:srgbClr val="8A938D"/>
                </a:solidFill>
                <a:latin typeface="PT Sans"/>
                <a:ea typeface="PT Sans"/>
                <a:cs typeface="PT Sans"/>
              </a:rPr>
              <a:t>8 / 12</a:t>
            </a:r>
          </a:p>
        </p:txBody>
      </p:sp>
    </p:spTree>
    <p:extLst>
      <p:ext uri="{BB962C8B-B14F-4D97-AF65-F5344CB8AC3E}">
        <p14:creationId xmlns:p14="http://schemas.microsoft.com/office/powerpoint/2010/main" val="124988968"/>
      </p:ext>
    </p:extLst>
  </p:cSld>
</p:sld>
</file>

<file path=ppt/slides/slide9.xml><?xml version="1.0" encoding="utf-8"?>
<p:sld xmlns:p="http://schemas.openxmlformats.org/presentationml/2006/main">
  <p:cSld>
    <p:bg>
      <p:bgPr>
        <a:solidFill xmlns:a="http://schemas.openxmlformats.org/drawingml/2006/main">
          <a:srgbClr val="08100D"/>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C26569B1-BE39-47F8-BDDA-28BBC9CBC437}"/>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FBFCF7"/>
                </a:solidFill>
                <a:latin typeface="PT Sans"/>
                <a:ea typeface="PT Sans"/>
                <a:cs typeface="PT Sans"/>
              </a:defRPr>
            </a:pPr>
            <a:r>
              <a:rPr sz="3225" b="1" i="0">
                <a:solidFill>
                  <a:srgbClr val="FBFCF7"/>
                </a:solidFill>
                <a:latin typeface="PT Sans"/>
                <a:ea typeface="PT Sans"/>
                <a:cs typeface="PT Sans"/>
              </a:rPr>
              <a:t>Төрт апталық эксперимент</a:t>
            </a:r>
          </a:p>
        </p:txBody>
      </p:sp>
      <p:sp>
        <p:nvSpPr>
          <p:cNvPr id="2" name="">
            <a:extLst xmlns:a="http://schemas.openxmlformats.org/drawingml/2006/main">
              <a:ext uri="{FF2B5EF4-FFF2-40B4-BE49-F238E27FC236}">
                <a16:creationId xmlns:a16="http://schemas.microsoft.com/office/drawing/2014/main" id="{548B4763-0235-4B74-B30D-0D0C342E5DF8}"/>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Four-week study design</a:t>
            </a:r>
          </a:p>
        </p:txBody>
      </p:sp>
      <p:sp>
        <p:nvSpPr>
          <p:cNvPr id="3" name="">
            <a:extLst xmlns:a="http://schemas.openxmlformats.org/drawingml/2006/main">
              <a:ext uri="{FF2B5EF4-FFF2-40B4-BE49-F238E27FC236}">
                <a16:creationId xmlns:a16="http://schemas.microsoft.com/office/drawing/2014/main" id="{3060E803-2D83-4295-B277-B89DC66CA588}"/>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D8FF63"/>
                </a:solidFill>
                <a:latin typeface="PT Sans"/>
                <a:ea typeface="PT Sans"/>
                <a:cs typeface="PT Sans"/>
              </a:defRPr>
            </a:pPr>
            <a:r>
              <a:rPr sz="1425" b="1" i="0">
                <a:solidFill>
                  <a:srgbClr val="D8FF63"/>
                </a:solidFill>
                <a:latin typeface="PT Sans"/>
                <a:ea typeface="PT Sans"/>
                <a:cs typeface="PT Sans"/>
              </a:rPr>
              <a:t>09</a:t>
            </a:r>
          </a:p>
        </p:txBody>
      </p:sp>
      <p:sp>
        <p:nvSpPr>
          <p:cNvPr id="4" name="">
            <a:extLst xmlns:a="http://schemas.openxmlformats.org/drawingml/2006/main">
              <a:ext uri="{FF2B5EF4-FFF2-40B4-BE49-F238E27FC236}">
                <a16:creationId xmlns:a16="http://schemas.microsoft.com/office/drawing/2014/main" id="{7C50ED78-8E25-470F-BAA8-150614B98BE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2B3730"/>
            </a:solidFill>
            <a:prstDash val="solid"/>
          </a:ln>
        </p:spPr>
      </p:sp>
      <p:sp>
        <p:nvSpPr>
          <p:cNvPr id="5" name="">
            <a:extLst xmlns:a="http://schemas.openxmlformats.org/drawingml/2006/main">
              <a:ext uri="{FF2B5EF4-FFF2-40B4-BE49-F238E27FC236}">
                <a16:creationId xmlns:a16="http://schemas.microsoft.com/office/drawing/2014/main" id="{F76B0918-4D0D-40E4-8ECB-0D505EBB34B0}"/>
              </a:ext>
            </a:extLst>
          </p:cNvPr>
          <p:cNvSpPr>
            <a:spLocks xmlns:a="http://schemas.openxmlformats.org/drawingml/2006/main" noGrp="1"/>
          </p:cNvSpPr>
          <p:nvPr/>
        </p:nvSpPr>
        <p:spPr>
          <a:xfrm xmlns:a="http://schemas.openxmlformats.org/drawingml/2006/main">
            <a:off x="685800" y="1504950"/>
            <a:ext cx="781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FBFCF7"/>
                </a:solidFill>
                <a:latin typeface="PT Sans"/>
                <a:ea typeface="PT Sans"/>
                <a:cs typeface="PT Sans"/>
              </a:defRPr>
            </a:pPr>
            <a:r>
              <a:rPr sz="2025" b="1" i="0">
                <a:solidFill>
                  <a:srgbClr val="FBFCF7"/>
                </a:solidFill>
                <a:latin typeface="PT Sans"/>
                <a:ea typeface="PT Sans"/>
                <a:cs typeface="PT Sans"/>
              </a:rPr>
              <a:t>Ұсынылатын іріктеме: 30 оқушы, 13–17 жас, CEFR A2–B1</a:t>
            </a:r>
          </a:p>
        </p:txBody>
      </p:sp>
      <p:sp>
        <p:nvSpPr>
          <p:cNvPr id="6" name="">
            <a:extLst xmlns:a="http://schemas.openxmlformats.org/drawingml/2006/main">
              <a:ext uri="{FF2B5EF4-FFF2-40B4-BE49-F238E27FC236}">
                <a16:creationId xmlns:a16="http://schemas.microsoft.com/office/drawing/2014/main" id="{3749FE21-C6CF-4B64-9F5A-E5662EE619B0}"/>
              </a:ext>
            </a:extLst>
          </p:cNvPr>
          <p:cNvSpPr>
            <a:spLocks xmlns:a="http://schemas.openxmlformats.org/drawingml/2006/main" noGrp="1"/>
          </p:cNvSpPr>
          <p:nvPr/>
        </p:nvSpPr>
        <p:spPr>
          <a:xfrm xmlns:a="http://schemas.openxmlformats.org/drawingml/2006/main">
            <a:off x="8877300" y="1485900"/>
            <a:ext cx="1200150" cy="323850"/>
          </a:xfrm>
          <a:prstGeom xmlns:a="http://schemas.openxmlformats.org/drawingml/2006/main" prst="roundRect">
            <a:avLst>
              <a:gd name="adj" fmla="val 50000"/>
            </a:avLst>
          </a:prstGeom>
          <a:solidFill xmlns:a="http://schemas.openxmlformats.org/drawingml/2006/main">
            <a:srgbClr val="D8FF6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9105BF-E3D8-4786-BE83-D1C7D3F5F7CD}"/>
              </a:ext>
            </a:extLst>
          </p:cNvPr>
          <p:cNvSpPr>
            <a:spLocks xmlns:a="http://schemas.openxmlformats.org/drawingml/2006/main" noGrp="1"/>
          </p:cNvSpPr>
          <p:nvPr/>
        </p:nvSpPr>
        <p:spPr>
          <a:xfrm xmlns:a="http://schemas.openxmlformats.org/drawingml/2006/main">
            <a:off x="8972550" y="1533525"/>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8100D"/>
                </a:solidFill>
                <a:latin typeface="PT Sans"/>
                <a:ea typeface="PT Sans"/>
                <a:cs typeface="PT Sans"/>
              </a:defRPr>
            </a:pPr>
            <a:r>
              <a:rPr sz="1050" b="1" i="0">
                <a:solidFill>
                  <a:srgbClr val="08100D"/>
                </a:solidFill>
                <a:latin typeface="PT Sans"/>
                <a:ea typeface="PT Sans"/>
                <a:cs typeface="PT Sans"/>
              </a:rPr>
              <a:t>15 SONORA</a:t>
            </a:r>
          </a:p>
        </p:txBody>
      </p:sp>
      <p:sp>
        <p:nvSpPr>
          <p:cNvPr id="8" name="">
            <a:extLst xmlns:a="http://schemas.openxmlformats.org/drawingml/2006/main">
              <a:ext uri="{FF2B5EF4-FFF2-40B4-BE49-F238E27FC236}">
                <a16:creationId xmlns:a16="http://schemas.microsoft.com/office/drawing/2014/main" id="{174C3EF3-8611-45AC-8968-4618B6F6CAD1}"/>
              </a:ext>
            </a:extLst>
          </p:cNvPr>
          <p:cNvSpPr>
            <a:spLocks xmlns:a="http://schemas.openxmlformats.org/drawingml/2006/main" noGrp="1"/>
          </p:cNvSpPr>
          <p:nvPr/>
        </p:nvSpPr>
        <p:spPr>
          <a:xfrm xmlns:a="http://schemas.openxmlformats.org/drawingml/2006/main">
            <a:off x="10191750" y="1485900"/>
            <a:ext cx="1314450" cy="323850"/>
          </a:xfrm>
          <a:prstGeom xmlns:a="http://schemas.openxmlformats.org/drawingml/2006/main" prst="roundRect">
            <a:avLst>
              <a:gd name="adj" fmla="val 50000"/>
            </a:avLst>
          </a:prstGeom>
          <a:solidFill xmlns:a="http://schemas.openxmlformats.org/drawingml/2006/main">
            <a:srgbClr val="2A3730"/>
          </a:solidFill>
          <a:ln xmlns:a="http://schemas.openxmlformats.org/drawingml/2006/main" w="9525">
            <a:solidFill>
              <a:srgbClr val="3A4A41"/>
            </a:solidFill>
            <a:prstDash val="solid"/>
          </a:ln>
        </p:spPr>
      </p:sp>
      <p:sp>
        <p:nvSpPr>
          <p:cNvPr id="9" name="">
            <a:extLst xmlns:a="http://schemas.openxmlformats.org/drawingml/2006/main">
              <a:ext uri="{FF2B5EF4-FFF2-40B4-BE49-F238E27FC236}">
                <a16:creationId xmlns:a16="http://schemas.microsoft.com/office/drawing/2014/main" id="{17667290-B988-4273-9E3B-C12EBBAC67FD}"/>
              </a:ext>
            </a:extLst>
          </p:cNvPr>
          <p:cNvSpPr>
            <a:spLocks xmlns:a="http://schemas.openxmlformats.org/drawingml/2006/main" noGrp="1"/>
          </p:cNvSpPr>
          <p:nvPr/>
        </p:nvSpPr>
        <p:spPr>
          <a:xfrm xmlns:a="http://schemas.openxmlformats.org/drawingml/2006/main">
            <a:off x="10287000" y="153352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FBFCF7"/>
                </a:solidFill>
                <a:latin typeface="PT Sans"/>
                <a:ea typeface="PT Sans"/>
                <a:cs typeface="PT Sans"/>
              </a:defRPr>
            </a:pPr>
            <a:r>
              <a:rPr sz="1050" b="1" i="0">
                <a:solidFill>
                  <a:srgbClr val="FBFCF7"/>
                </a:solidFill>
                <a:latin typeface="PT Sans"/>
                <a:ea typeface="PT Sans"/>
                <a:cs typeface="PT Sans"/>
              </a:rPr>
              <a:t>15 CONTROL</a:t>
            </a:r>
          </a:p>
        </p:txBody>
      </p:sp>
      <p:sp>
        <p:nvSpPr>
          <p:cNvPr id="10" name="">
            <a:extLst xmlns:a="http://schemas.openxmlformats.org/drawingml/2006/main">
              <a:ext uri="{FF2B5EF4-FFF2-40B4-BE49-F238E27FC236}">
                <a16:creationId xmlns:a16="http://schemas.microsoft.com/office/drawing/2014/main" id="{A219F309-8593-4FB0-B248-DB8AF71DFCF1}"/>
              </a:ext>
            </a:extLst>
          </p:cNvPr>
          <p:cNvSpPr>
            <a:spLocks xmlns:a="http://schemas.openxmlformats.org/drawingml/2006/main" noGrp="1"/>
          </p:cNvSpPr>
          <p:nvPr/>
        </p:nvSpPr>
        <p:spPr>
          <a:xfrm xmlns:a="http://schemas.openxmlformats.org/drawingml/2006/main">
            <a:off x="685800" y="2552700"/>
            <a:ext cx="2152650" cy="2438400"/>
          </a:xfrm>
          <a:prstGeom xmlns:a="http://schemas.openxmlformats.org/drawingml/2006/main" prst="roundRect">
            <a:avLst>
              <a:gd name="adj" fmla="val 10619"/>
            </a:avLst>
          </a:prstGeom>
          <a:solidFill xmlns:a="http://schemas.openxmlformats.org/drawingml/2006/main">
            <a:srgbClr val="18231E"/>
          </a:solidFill>
          <a:ln xmlns:a="http://schemas.openxmlformats.org/drawingml/2006/main" w="9525">
            <a:solidFill>
              <a:srgbClr val="304038"/>
            </a:solidFill>
            <a:prstDash val="solid"/>
          </a:ln>
        </p:spPr>
      </p:sp>
      <p:sp>
        <p:nvSpPr>
          <p:cNvPr id="11" name="">
            <a:extLst xmlns:a="http://schemas.openxmlformats.org/drawingml/2006/main">
              <a:ext uri="{FF2B5EF4-FFF2-40B4-BE49-F238E27FC236}">
                <a16:creationId xmlns:a16="http://schemas.microsoft.com/office/drawing/2014/main" id="{B2500007-09F1-4AC4-9618-7D6B31596A40}"/>
              </a:ext>
            </a:extLst>
          </p:cNvPr>
          <p:cNvSpPr>
            <a:spLocks xmlns:a="http://schemas.openxmlformats.org/drawingml/2006/main" noGrp="1"/>
          </p:cNvSpPr>
          <p:nvPr/>
        </p:nvSpPr>
        <p:spPr>
          <a:xfrm xmlns:a="http://schemas.openxmlformats.org/drawingml/2006/main">
            <a:off x="895350" y="2762250"/>
            <a:ext cx="438150" cy="438150"/>
          </a:xfrm>
          <a:prstGeom xmlns:a="http://schemas.openxmlformats.org/drawingml/2006/main" prst="ellipse">
            <a:avLst/>
          </a:prstGeom>
          <a:solidFill xmlns:a="http://schemas.openxmlformats.org/drawingml/2006/main">
            <a:srgbClr val="83B6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13E571-C64E-4052-94BF-0FF630C24EFB}"/>
              </a:ext>
            </a:extLst>
          </p:cNvPr>
          <p:cNvSpPr>
            <a:spLocks xmlns:a="http://schemas.openxmlformats.org/drawingml/2006/main" noGrp="1"/>
          </p:cNvSpPr>
          <p:nvPr/>
        </p:nvSpPr>
        <p:spPr>
          <a:xfrm xmlns:a="http://schemas.openxmlformats.org/drawingml/2006/main">
            <a:off x="895350" y="28479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0</a:t>
            </a:r>
          </a:p>
        </p:txBody>
      </p:sp>
      <p:sp>
        <p:nvSpPr>
          <p:cNvPr id="13" name="">
            <a:extLst xmlns:a="http://schemas.openxmlformats.org/drawingml/2006/main">
              <a:ext uri="{FF2B5EF4-FFF2-40B4-BE49-F238E27FC236}">
                <a16:creationId xmlns:a16="http://schemas.microsoft.com/office/drawing/2014/main" id="{CE5EB187-8485-4E6B-AE1E-8771E0E845A8}"/>
              </a:ext>
            </a:extLst>
          </p:cNvPr>
          <p:cNvSpPr>
            <a:spLocks xmlns:a="http://schemas.openxmlformats.org/drawingml/2006/main" noGrp="1"/>
          </p:cNvSpPr>
          <p:nvPr/>
        </p:nvSpPr>
        <p:spPr>
          <a:xfrm xmlns:a="http://schemas.openxmlformats.org/drawingml/2006/main">
            <a:off x="895350" y="3400425"/>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FBFCF7"/>
                </a:solidFill>
                <a:latin typeface="PT Sans"/>
                <a:ea typeface="PT Sans"/>
                <a:cs typeface="PT Sans"/>
              </a:defRPr>
            </a:pPr>
            <a:r>
              <a:rPr sz="1575" b="1" i="0">
                <a:solidFill>
                  <a:srgbClr val="FBFCF7"/>
                </a:solidFill>
                <a:latin typeface="PT Sans"/>
                <a:ea typeface="PT Sans"/>
                <a:cs typeface="PT Sans"/>
              </a:rPr>
              <a:t>Бастапқы тест</a:t>
            </a:r>
          </a:p>
        </p:txBody>
      </p:sp>
      <p:sp>
        <p:nvSpPr>
          <p:cNvPr id="14" name="">
            <a:extLst xmlns:a="http://schemas.openxmlformats.org/drawingml/2006/main">
              <a:ext uri="{FF2B5EF4-FFF2-40B4-BE49-F238E27FC236}">
                <a16:creationId xmlns:a16="http://schemas.microsoft.com/office/drawing/2014/main" id="{A6CAB15E-CE09-45D8-96FF-355EDB3A33AE}"/>
              </a:ext>
            </a:extLst>
          </p:cNvPr>
          <p:cNvSpPr>
            <a:spLocks xmlns:a="http://schemas.openxmlformats.org/drawingml/2006/main" noGrp="1"/>
          </p:cNvSpPr>
          <p:nvPr/>
        </p:nvSpPr>
        <p:spPr>
          <a:xfrm xmlns:a="http://schemas.openxmlformats.org/drawingml/2006/main">
            <a:off x="895350" y="3848100"/>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3B6FF"/>
                </a:solidFill>
                <a:latin typeface="PT Sans"/>
                <a:ea typeface="PT Sans"/>
                <a:cs typeface="PT Sans"/>
              </a:defRPr>
            </a:pPr>
            <a:r>
              <a:rPr sz="1200" b="1" i="0">
                <a:solidFill>
                  <a:srgbClr val="83B6FF"/>
                </a:solidFill>
                <a:latin typeface="PT Sans"/>
                <a:ea typeface="PT Sans"/>
                <a:cs typeface="PT Sans"/>
              </a:rPr>
              <a:t>Pre-test</a:t>
            </a:r>
          </a:p>
        </p:txBody>
      </p:sp>
      <p:sp>
        <p:nvSpPr>
          <p:cNvPr id="15" name="">
            <a:extLst xmlns:a="http://schemas.openxmlformats.org/drawingml/2006/main">
              <a:ext uri="{FF2B5EF4-FFF2-40B4-BE49-F238E27FC236}">
                <a16:creationId xmlns:a16="http://schemas.microsoft.com/office/drawing/2014/main" id="{43FF41EA-423C-4E9C-BDF4-846156A71997}"/>
              </a:ext>
            </a:extLst>
          </p:cNvPr>
          <p:cNvSpPr>
            <a:spLocks xmlns:a="http://schemas.openxmlformats.org/drawingml/2006/main" noGrp="1"/>
          </p:cNvSpPr>
          <p:nvPr/>
        </p:nvSpPr>
        <p:spPr>
          <a:xfrm xmlns:a="http://schemas.openxmlformats.org/drawingml/2006/main">
            <a:off x="895350" y="4267200"/>
            <a:ext cx="1733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Vocabulary, listening,</a:t>
            </a:r>
          </a:p>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speaking және consent</a:t>
            </a:r>
          </a:p>
        </p:txBody>
      </p:sp>
      <p:sp>
        <p:nvSpPr>
          <p:cNvPr id="16" name="">
            <a:extLst xmlns:a="http://schemas.openxmlformats.org/drawingml/2006/main">
              <a:ext uri="{FF2B5EF4-FFF2-40B4-BE49-F238E27FC236}">
                <a16:creationId xmlns:a16="http://schemas.microsoft.com/office/drawing/2014/main" id="{C41F220B-9C5D-4032-9809-A1EBAE84008A}"/>
              </a:ext>
            </a:extLst>
          </p:cNvPr>
          <p:cNvSpPr>
            <a:spLocks xmlns:a="http://schemas.openxmlformats.org/drawingml/2006/main" noGrp="1"/>
          </p:cNvSpPr>
          <p:nvPr/>
        </p:nvSpPr>
        <p:spPr>
          <a:xfrm xmlns:a="http://schemas.openxmlformats.org/drawingml/2006/main">
            <a:off x="3124200" y="2552700"/>
            <a:ext cx="2857500" cy="2438400"/>
          </a:xfrm>
          <a:prstGeom xmlns:a="http://schemas.openxmlformats.org/drawingml/2006/main" prst="roundRect">
            <a:avLst>
              <a:gd name="adj" fmla="val 9375"/>
            </a:avLst>
          </a:prstGeom>
          <a:solidFill xmlns:a="http://schemas.openxmlformats.org/drawingml/2006/main">
            <a:srgbClr val="18231E"/>
          </a:solidFill>
          <a:ln xmlns:a="http://schemas.openxmlformats.org/drawingml/2006/main" w="9525">
            <a:solidFill>
              <a:srgbClr val="304038"/>
            </a:solidFill>
            <a:prstDash val="solid"/>
          </a:ln>
        </p:spPr>
      </p:sp>
      <p:sp>
        <p:nvSpPr>
          <p:cNvPr id="17" name="">
            <a:extLst xmlns:a="http://schemas.openxmlformats.org/drawingml/2006/main">
              <a:ext uri="{FF2B5EF4-FFF2-40B4-BE49-F238E27FC236}">
                <a16:creationId xmlns:a16="http://schemas.microsoft.com/office/drawing/2014/main" id="{D3E7CDA0-7BDC-4E0B-BFA6-88B8AFE4DFE0}"/>
              </a:ext>
            </a:extLst>
          </p:cNvPr>
          <p:cNvSpPr>
            <a:spLocks xmlns:a="http://schemas.openxmlformats.org/drawingml/2006/main" noGrp="1"/>
          </p:cNvSpPr>
          <p:nvPr/>
        </p:nvSpPr>
        <p:spPr>
          <a:xfrm xmlns:a="http://schemas.openxmlformats.org/drawingml/2006/main">
            <a:off x="3333750" y="2762250"/>
            <a:ext cx="438150" cy="438150"/>
          </a:xfrm>
          <a:prstGeom xmlns:a="http://schemas.openxmlformats.org/drawingml/2006/main" prst="ellipse">
            <a:avLst/>
          </a:prstGeom>
          <a:solidFill xmlns:a="http://schemas.openxmlformats.org/drawingml/2006/main">
            <a:srgbClr val="D8FF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0F38009-0D22-49A3-B87A-5BA09737353F}"/>
              </a:ext>
            </a:extLst>
          </p:cNvPr>
          <p:cNvSpPr>
            <a:spLocks xmlns:a="http://schemas.openxmlformats.org/drawingml/2006/main" noGrp="1"/>
          </p:cNvSpPr>
          <p:nvPr/>
        </p:nvSpPr>
        <p:spPr>
          <a:xfrm xmlns:a="http://schemas.openxmlformats.org/drawingml/2006/main">
            <a:off x="3333750" y="28479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i="0">
                <a:solidFill>
                  <a:srgbClr val="08100D"/>
                </a:solidFill>
                <a:latin typeface="PT Sans"/>
                <a:ea typeface="PT Sans"/>
                <a:cs typeface="PT Sans"/>
              </a:defRPr>
            </a:pPr>
            <a:r>
              <a:rPr sz="1050" b="1" i="0">
                <a:solidFill>
                  <a:srgbClr val="08100D"/>
                </a:solidFill>
                <a:latin typeface="PT Sans"/>
                <a:ea typeface="PT Sans"/>
                <a:cs typeface="PT Sans"/>
              </a:rPr>
              <a:t>1–4</a:t>
            </a:r>
          </a:p>
        </p:txBody>
      </p:sp>
      <p:sp>
        <p:nvSpPr>
          <p:cNvPr id="19" name="">
            <a:extLst xmlns:a="http://schemas.openxmlformats.org/drawingml/2006/main">
              <a:ext uri="{FF2B5EF4-FFF2-40B4-BE49-F238E27FC236}">
                <a16:creationId xmlns:a16="http://schemas.microsoft.com/office/drawing/2014/main" id="{0AD1EF6D-D12D-4960-BE18-D9D99EC03778}"/>
              </a:ext>
            </a:extLst>
          </p:cNvPr>
          <p:cNvSpPr>
            <a:spLocks xmlns:a="http://schemas.openxmlformats.org/drawingml/2006/main" noGrp="1"/>
          </p:cNvSpPr>
          <p:nvPr/>
        </p:nvSpPr>
        <p:spPr>
          <a:xfrm xmlns:a="http://schemas.openxmlformats.org/drawingml/2006/main">
            <a:off x="3333750" y="3400425"/>
            <a:ext cx="2438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i="0">
                <a:solidFill>
                  <a:srgbClr val="FBFCF7"/>
                </a:solidFill>
                <a:latin typeface="PT Sans"/>
                <a:ea typeface="PT Sans"/>
                <a:cs typeface="PT Sans"/>
              </a:defRPr>
            </a:pPr>
            <a:r>
              <a:rPr sz="1800" b="1" i="0">
                <a:solidFill>
                  <a:srgbClr val="FBFCF7"/>
                </a:solidFill>
                <a:latin typeface="PT Sans"/>
                <a:ea typeface="PT Sans"/>
                <a:cs typeface="PT Sans"/>
              </a:rPr>
              <a:t>4 апталық оқу</a:t>
            </a:r>
          </a:p>
        </p:txBody>
      </p:sp>
      <p:sp>
        <p:nvSpPr>
          <p:cNvPr id="20" name="">
            <a:extLst xmlns:a="http://schemas.openxmlformats.org/drawingml/2006/main">
              <a:ext uri="{FF2B5EF4-FFF2-40B4-BE49-F238E27FC236}">
                <a16:creationId xmlns:a16="http://schemas.microsoft.com/office/drawing/2014/main" id="{227F4A49-D9F8-44BA-84F7-662A2D3D6D74}"/>
              </a:ext>
            </a:extLst>
          </p:cNvPr>
          <p:cNvSpPr>
            <a:spLocks xmlns:a="http://schemas.openxmlformats.org/drawingml/2006/main" noGrp="1"/>
          </p:cNvSpPr>
          <p:nvPr/>
        </p:nvSpPr>
        <p:spPr>
          <a:xfrm xmlns:a="http://schemas.openxmlformats.org/drawingml/2006/main">
            <a:off x="3333750" y="3848100"/>
            <a:ext cx="243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D8FF63"/>
                </a:solidFill>
                <a:latin typeface="PT Sans"/>
                <a:ea typeface="PT Sans"/>
                <a:cs typeface="PT Sans"/>
              </a:defRPr>
            </a:pPr>
            <a:r>
              <a:rPr sz="1200" b="1" i="0">
                <a:solidFill>
                  <a:srgbClr val="D8FF63"/>
                </a:solidFill>
                <a:latin typeface="PT Sans"/>
                <a:ea typeface="PT Sans"/>
                <a:cs typeface="PT Sans"/>
              </a:rPr>
              <a:t>Intervention</a:t>
            </a:r>
          </a:p>
        </p:txBody>
      </p:sp>
      <p:sp>
        <p:nvSpPr>
          <p:cNvPr id="21" name="">
            <a:extLst xmlns:a="http://schemas.openxmlformats.org/drawingml/2006/main">
              <a:ext uri="{FF2B5EF4-FFF2-40B4-BE49-F238E27FC236}">
                <a16:creationId xmlns:a16="http://schemas.microsoft.com/office/drawing/2014/main" id="{FA9DD081-C4F5-4416-A385-431D04FC9C75}"/>
              </a:ext>
            </a:extLst>
          </p:cNvPr>
          <p:cNvSpPr>
            <a:spLocks xmlns:a="http://schemas.openxmlformats.org/drawingml/2006/main" noGrp="1"/>
          </p:cNvSpPr>
          <p:nvPr/>
        </p:nvSpPr>
        <p:spPr>
          <a:xfrm xmlns:a="http://schemas.openxmlformats.org/drawingml/2006/main">
            <a:off x="3333750" y="4267200"/>
            <a:ext cx="2438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Аптасына 3 рет</a:t>
            </a:r>
          </a:p>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25–30 минут</a:t>
            </a:r>
          </a:p>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Екі топта уақыт тең</a:t>
            </a:r>
          </a:p>
        </p:txBody>
      </p:sp>
      <p:sp>
        <p:nvSpPr>
          <p:cNvPr id="22" name="">
            <a:extLst xmlns:a="http://schemas.openxmlformats.org/drawingml/2006/main">
              <a:ext uri="{FF2B5EF4-FFF2-40B4-BE49-F238E27FC236}">
                <a16:creationId xmlns:a16="http://schemas.microsoft.com/office/drawing/2014/main" id="{08A6FC3A-4D1C-4BBA-9AC3-8EB30C80244B}"/>
              </a:ext>
            </a:extLst>
          </p:cNvPr>
          <p:cNvSpPr>
            <a:spLocks xmlns:a="http://schemas.openxmlformats.org/drawingml/2006/main" noGrp="1"/>
          </p:cNvSpPr>
          <p:nvPr/>
        </p:nvSpPr>
        <p:spPr>
          <a:xfrm xmlns:a="http://schemas.openxmlformats.org/drawingml/2006/main">
            <a:off x="6267450" y="2552700"/>
            <a:ext cx="2152650" cy="2438400"/>
          </a:xfrm>
          <a:prstGeom xmlns:a="http://schemas.openxmlformats.org/drawingml/2006/main" prst="roundRect">
            <a:avLst>
              <a:gd name="adj" fmla="val 10619"/>
            </a:avLst>
          </a:prstGeom>
          <a:solidFill xmlns:a="http://schemas.openxmlformats.org/drawingml/2006/main">
            <a:srgbClr val="18231E"/>
          </a:solidFill>
          <a:ln xmlns:a="http://schemas.openxmlformats.org/drawingml/2006/main" w="9525">
            <a:solidFill>
              <a:srgbClr val="304038"/>
            </a:solidFill>
            <a:prstDash val="solid"/>
          </a:ln>
        </p:spPr>
      </p:sp>
      <p:sp>
        <p:nvSpPr>
          <p:cNvPr id="23" name="">
            <a:extLst xmlns:a="http://schemas.openxmlformats.org/drawingml/2006/main">
              <a:ext uri="{FF2B5EF4-FFF2-40B4-BE49-F238E27FC236}">
                <a16:creationId xmlns:a16="http://schemas.microsoft.com/office/drawing/2014/main" id="{7FA73CBF-DBD1-4FE8-874D-5986BA237A57}"/>
              </a:ext>
            </a:extLst>
          </p:cNvPr>
          <p:cNvSpPr>
            <a:spLocks xmlns:a="http://schemas.openxmlformats.org/drawingml/2006/main" noGrp="1"/>
          </p:cNvSpPr>
          <p:nvPr/>
        </p:nvSpPr>
        <p:spPr>
          <a:xfrm xmlns:a="http://schemas.openxmlformats.org/drawingml/2006/main">
            <a:off x="6477000" y="2762250"/>
            <a:ext cx="438150" cy="438150"/>
          </a:xfrm>
          <a:prstGeom xmlns:a="http://schemas.openxmlformats.org/drawingml/2006/main" prst="ellipse">
            <a:avLst/>
          </a:prstGeom>
          <a:solidFill xmlns:a="http://schemas.openxmlformats.org/drawingml/2006/main">
            <a:srgbClr val="B69B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BD53DAE-2E0B-4F2A-ABAC-C7F951B3E66D}"/>
              </a:ext>
            </a:extLst>
          </p:cNvPr>
          <p:cNvSpPr>
            <a:spLocks xmlns:a="http://schemas.openxmlformats.org/drawingml/2006/main" noGrp="1"/>
          </p:cNvSpPr>
          <p:nvPr/>
        </p:nvSpPr>
        <p:spPr>
          <a:xfrm xmlns:a="http://schemas.openxmlformats.org/drawingml/2006/main">
            <a:off x="6477000" y="28479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4</a:t>
            </a:r>
          </a:p>
        </p:txBody>
      </p:sp>
      <p:sp>
        <p:nvSpPr>
          <p:cNvPr id="25" name="">
            <a:extLst xmlns:a="http://schemas.openxmlformats.org/drawingml/2006/main">
              <a:ext uri="{FF2B5EF4-FFF2-40B4-BE49-F238E27FC236}">
                <a16:creationId xmlns:a16="http://schemas.microsoft.com/office/drawing/2014/main" id="{F7A845AB-72E6-4996-8F0F-23A07539C183}"/>
              </a:ext>
            </a:extLst>
          </p:cNvPr>
          <p:cNvSpPr>
            <a:spLocks xmlns:a="http://schemas.openxmlformats.org/drawingml/2006/main" noGrp="1"/>
          </p:cNvSpPr>
          <p:nvPr/>
        </p:nvSpPr>
        <p:spPr>
          <a:xfrm xmlns:a="http://schemas.openxmlformats.org/drawingml/2006/main">
            <a:off x="6477000" y="3400425"/>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FBFCF7"/>
                </a:solidFill>
                <a:latin typeface="PT Sans"/>
                <a:ea typeface="PT Sans"/>
                <a:cs typeface="PT Sans"/>
              </a:defRPr>
            </a:pPr>
            <a:r>
              <a:rPr sz="1575" b="1" i="0">
                <a:solidFill>
                  <a:srgbClr val="FBFCF7"/>
                </a:solidFill>
                <a:latin typeface="PT Sans"/>
                <a:ea typeface="PT Sans"/>
                <a:cs typeface="PT Sans"/>
              </a:rPr>
              <a:t>Қорытынды тест</a:t>
            </a:r>
          </a:p>
        </p:txBody>
      </p:sp>
      <p:sp>
        <p:nvSpPr>
          <p:cNvPr id="26" name="">
            <a:extLst xmlns:a="http://schemas.openxmlformats.org/drawingml/2006/main">
              <a:ext uri="{FF2B5EF4-FFF2-40B4-BE49-F238E27FC236}">
                <a16:creationId xmlns:a16="http://schemas.microsoft.com/office/drawing/2014/main" id="{0BC4C680-CCC0-4623-81B2-4D03D679C995}"/>
              </a:ext>
            </a:extLst>
          </p:cNvPr>
          <p:cNvSpPr>
            <a:spLocks xmlns:a="http://schemas.openxmlformats.org/drawingml/2006/main" noGrp="1"/>
          </p:cNvSpPr>
          <p:nvPr/>
        </p:nvSpPr>
        <p:spPr>
          <a:xfrm xmlns:a="http://schemas.openxmlformats.org/drawingml/2006/main">
            <a:off x="6477000" y="3848100"/>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69BFF"/>
                </a:solidFill>
                <a:latin typeface="PT Sans"/>
                <a:ea typeface="PT Sans"/>
                <a:cs typeface="PT Sans"/>
              </a:defRPr>
            </a:pPr>
            <a:r>
              <a:rPr sz="1200" b="1" i="0">
                <a:solidFill>
                  <a:srgbClr val="B69BFF"/>
                </a:solidFill>
                <a:latin typeface="PT Sans"/>
                <a:ea typeface="PT Sans"/>
                <a:cs typeface="PT Sans"/>
              </a:rPr>
              <a:t>Post-test</a:t>
            </a:r>
          </a:p>
        </p:txBody>
      </p:sp>
      <p:sp>
        <p:nvSpPr>
          <p:cNvPr id="27" name="">
            <a:extLst xmlns:a="http://schemas.openxmlformats.org/drawingml/2006/main">
              <a:ext uri="{FF2B5EF4-FFF2-40B4-BE49-F238E27FC236}">
                <a16:creationId xmlns:a16="http://schemas.microsoft.com/office/drawing/2014/main" id="{4E5200F7-CCD4-4287-AF81-6B9775E9E68A}"/>
              </a:ext>
            </a:extLst>
          </p:cNvPr>
          <p:cNvSpPr>
            <a:spLocks xmlns:a="http://schemas.openxmlformats.org/drawingml/2006/main" noGrp="1"/>
          </p:cNvSpPr>
          <p:nvPr/>
        </p:nvSpPr>
        <p:spPr>
          <a:xfrm xmlns:a="http://schemas.openxmlformats.org/drawingml/2006/main">
            <a:off x="6477000" y="4267200"/>
            <a:ext cx="1733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Параллель тесттер</a:t>
            </a:r>
          </a:p>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Speaking rubric</a:t>
            </a:r>
          </a:p>
        </p:txBody>
      </p:sp>
      <p:sp>
        <p:nvSpPr>
          <p:cNvPr id="28" name="">
            <a:extLst xmlns:a="http://schemas.openxmlformats.org/drawingml/2006/main">
              <a:ext uri="{FF2B5EF4-FFF2-40B4-BE49-F238E27FC236}">
                <a16:creationId xmlns:a16="http://schemas.microsoft.com/office/drawing/2014/main" id="{A1DABDA2-F025-44AB-B7BE-AE16F3C36615}"/>
              </a:ext>
            </a:extLst>
          </p:cNvPr>
          <p:cNvSpPr>
            <a:spLocks xmlns:a="http://schemas.openxmlformats.org/drawingml/2006/main" noGrp="1"/>
          </p:cNvSpPr>
          <p:nvPr/>
        </p:nvSpPr>
        <p:spPr>
          <a:xfrm xmlns:a="http://schemas.openxmlformats.org/drawingml/2006/main">
            <a:off x="8705850" y="2552700"/>
            <a:ext cx="2800350" cy="2438400"/>
          </a:xfrm>
          <a:prstGeom xmlns:a="http://schemas.openxmlformats.org/drawingml/2006/main" prst="roundRect">
            <a:avLst>
              <a:gd name="adj" fmla="val 9375"/>
            </a:avLst>
          </a:prstGeom>
          <a:solidFill xmlns:a="http://schemas.openxmlformats.org/drawingml/2006/main">
            <a:srgbClr val="18231E"/>
          </a:solidFill>
          <a:ln xmlns:a="http://schemas.openxmlformats.org/drawingml/2006/main" w="9525">
            <a:solidFill>
              <a:srgbClr val="304038"/>
            </a:solidFill>
            <a:prstDash val="solid"/>
          </a:ln>
        </p:spPr>
      </p:sp>
      <p:sp>
        <p:nvSpPr>
          <p:cNvPr id="29" name="">
            <a:extLst xmlns:a="http://schemas.openxmlformats.org/drawingml/2006/main">
              <a:ext uri="{FF2B5EF4-FFF2-40B4-BE49-F238E27FC236}">
                <a16:creationId xmlns:a16="http://schemas.microsoft.com/office/drawing/2014/main" id="{7EA29BE4-CDFC-4EA5-BDB2-C0AB021CB26C}"/>
              </a:ext>
            </a:extLst>
          </p:cNvPr>
          <p:cNvSpPr>
            <a:spLocks xmlns:a="http://schemas.openxmlformats.org/drawingml/2006/main" noGrp="1"/>
          </p:cNvSpPr>
          <p:nvPr/>
        </p:nvSpPr>
        <p:spPr>
          <a:xfrm xmlns:a="http://schemas.openxmlformats.org/drawingml/2006/main">
            <a:off x="8915400" y="2762250"/>
            <a:ext cx="438150" cy="438150"/>
          </a:xfrm>
          <a:prstGeom xmlns:a="http://schemas.openxmlformats.org/drawingml/2006/main" prst="ellipse">
            <a:avLst/>
          </a:prstGeom>
          <a:solidFill xmlns:a="http://schemas.openxmlformats.org/drawingml/2006/main">
            <a:srgbClr val="8DE2C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E1005C5-A7D1-44A5-9AD2-EC2511BB4CF4}"/>
              </a:ext>
            </a:extLst>
          </p:cNvPr>
          <p:cNvSpPr>
            <a:spLocks xmlns:a="http://schemas.openxmlformats.org/drawingml/2006/main" noGrp="1"/>
          </p:cNvSpPr>
          <p:nvPr/>
        </p:nvSpPr>
        <p:spPr>
          <a:xfrm xmlns:a="http://schemas.openxmlformats.org/drawingml/2006/main">
            <a:off x="8915400" y="28479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i="0">
                <a:solidFill>
                  <a:srgbClr val="08100D"/>
                </a:solidFill>
                <a:latin typeface="PT Sans"/>
                <a:ea typeface="PT Sans"/>
                <a:cs typeface="PT Sans"/>
              </a:defRPr>
            </a:pPr>
            <a:r>
              <a:rPr sz="1350" b="1" i="0">
                <a:solidFill>
                  <a:srgbClr val="08100D"/>
                </a:solidFill>
                <a:latin typeface="PT Sans"/>
                <a:ea typeface="PT Sans"/>
                <a:cs typeface="PT Sans"/>
              </a:rPr>
              <a:t>5</a:t>
            </a:r>
          </a:p>
        </p:txBody>
      </p:sp>
      <p:sp>
        <p:nvSpPr>
          <p:cNvPr id="31" name="">
            <a:extLst xmlns:a="http://schemas.openxmlformats.org/drawingml/2006/main">
              <a:ext uri="{FF2B5EF4-FFF2-40B4-BE49-F238E27FC236}">
                <a16:creationId xmlns:a16="http://schemas.microsoft.com/office/drawing/2014/main" id="{CA5BA851-51F8-4202-8A38-7C4E1048E88D}"/>
              </a:ext>
            </a:extLst>
          </p:cNvPr>
          <p:cNvSpPr>
            <a:spLocks xmlns:a="http://schemas.openxmlformats.org/drawingml/2006/main" noGrp="1"/>
          </p:cNvSpPr>
          <p:nvPr/>
        </p:nvSpPr>
        <p:spPr>
          <a:xfrm xmlns:a="http://schemas.openxmlformats.org/drawingml/2006/main">
            <a:off x="8915400" y="34004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i="0">
                <a:solidFill>
                  <a:srgbClr val="FBFCF7"/>
                </a:solidFill>
                <a:latin typeface="PT Sans"/>
                <a:ea typeface="PT Sans"/>
                <a:cs typeface="PT Sans"/>
              </a:defRPr>
            </a:pPr>
            <a:r>
              <a:rPr sz="1800" b="1" i="0">
                <a:solidFill>
                  <a:srgbClr val="FBFCF7"/>
                </a:solidFill>
                <a:latin typeface="PT Sans"/>
                <a:ea typeface="PT Sans"/>
                <a:cs typeface="PT Sans"/>
              </a:rPr>
              <a:t>Кешіктірілген тест</a:t>
            </a:r>
          </a:p>
        </p:txBody>
      </p:sp>
      <p:sp>
        <p:nvSpPr>
          <p:cNvPr id="32" name="">
            <a:extLst xmlns:a="http://schemas.openxmlformats.org/drawingml/2006/main">
              <a:ext uri="{FF2B5EF4-FFF2-40B4-BE49-F238E27FC236}">
                <a16:creationId xmlns:a16="http://schemas.microsoft.com/office/drawing/2014/main" id="{BE9A70B7-9D35-4B79-9CA2-FC47919F70C4}"/>
              </a:ext>
            </a:extLst>
          </p:cNvPr>
          <p:cNvSpPr>
            <a:spLocks xmlns:a="http://schemas.openxmlformats.org/drawingml/2006/main" noGrp="1"/>
          </p:cNvSpPr>
          <p:nvPr/>
        </p:nvSpPr>
        <p:spPr>
          <a:xfrm xmlns:a="http://schemas.openxmlformats.org/drawingml/2006/main">
            <a:off x="8915400" y="38481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DE2C0"/>
                </a:solidFill>
                <a:latin typeface="PT Sans"/>
                <a:ea typeface="PT Sans"/>
                <a:cs typeface="PT Sans"/>
              </a:defRPr>
            </a:pPr>
            <a:r>
              <a:rPr sz="1200" b="1" i="0">
                <a:solidFill>
                  <a:srgbClr val="8DE2C0"/>
                </a:solidFill>
                <a:latin typeface="PT Sans"/>
                <a:ea typeface="PT Sans"/>
                <a:cs typeface="PT Sans"/>
              </a:rPr>
              <a:t>Optional delayed test</a:t>
            </a:r>
          </a:p>
        </p:txBody>
      </p:sp>
      <p:sp>
        <p:nvSpPr>
          <p:cNvPr id="33" name="">
            <a:extLst xmlns:a="http://schemas.openxmlformats.org/drawingml/2006/main">
              <a:ext uri="{FF2B5EF4-FFF2-40B4-BE49-F238E27FC236}">
                <a16:creationId xmlns:a16="http://schemas.microsoft.com/office/drawing/2014/main" id="{DE96437B-5A03-45E8-A271-A64E3BE7A725}"/>
              </a:ext>
            </a:extLst>
          </p:cNvPr>
          <p:cNvSpPr>
            <a:spLocks xmlns:a="http://schemas.openxmlformats.org/drawingml/2006/main" noGrp="1"/>
          </p:cNvSpPr>
          <p:nvPr/>
        </p:nvSpPr>
        <p:spPr>
          <a:xfrm xmlns:a="http://schemas.openxmlformats.org/drawingml/2006/main">
            <a:off x="8915400" y="42672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Vocabulary сақтау деңгейі</a:t>
            </a:r>
          </a:p>
        </p:txBody>
      </p:sp>
      <p:cxnSp>
        <p:nvCxnSpPr>
          <p:cNvPr id="75" name=""/>
          <p:cNvCxnSpPr>
            <a:stCxn xmlns:a="http://schemas.openxmlformats.org/drawingml/2006/main" id="10" idx="3"/>
            <a:endCxn xmlns:a="http://schemas.openxmlformats.org/drawingml/2006/main" id="16" idx="1"/>
          </p:cNvCxnSpPr>
          <p:nvPr/>
        </p:nvCxnSpPr>
        <p:spPr>
          <a:xfrm xmlns:a="http://schemas.openxmlformats.org/drawingml/2006/main">
            <a:off x="2838450" y="3771900"/>
            <a:ext cx="285750" cy="0"/>
          </a:xfrm>
          <a:prstGeom xmlns:a="http://schemas.openxmlformats.org/drawingml/2006/main" prst="straightConnector1">
            <a:avLst/>
          </a:prstGeom>
          <a:ln xmlns:a="http://schemas.openxmlformats.org/drawingml/2006/main" w="19050">
            <a:solidFill>
              <a:srgbClr val="5B6B62"/>
            </a:solidFill>
            <a:prstDash val="solid"/>
            <a:tailEnd type="triangle" w="sm" len="sm"/>
          </a:ln>
        </p:spPr>
      </p:cxnSp>
      <p:cxnSp>
        <p:nvCxnSpPr>
          <p:cNvPr id="76" name=""/>
          <p:cNvCxnSpPr>
            <a:stCxn xmlns:a="http://schemas.openxmlformats.org/drawingml/2006/main" id="16" idx="3"/>
            <a:endCxn xmlns:a="http://schemas.openxmlformats.org/drawingml/2006/main" id="22" idx="1"/>
          </p:cNvCxnSpPr>
          <p:nvPr/>
        </p:nvCxnSpPr>
        <p:spPr>
          <a:xfrm xmlns:a="http://schemas.openxmlformats.org/drawingml/2006/main">
            <a:off x="5981700" y="3771900"/>
            <a:ext cx="285750" cy="0"/>
          </a:xfrm>
          <a:prstGeom xmlns:a="http://schemas.openxmlformats.org/drawingml/2006/main" prst="straightConnector1">
            <a:avLst/>
          </a:prstGeom>
          <a:ln xmlns:a="http://schemas.openxmlformats.org/drawingml/2006/main" w="19050">
            <a:solidFill>
              <a:srgbClr val="5B6B62"/>
            </a:solidFill>
            <a:prstDash val="solid"/>
            <a:tailEnd type="triangle" w="sm" len="sm"/>
          </a:ln>
        </p:spPr>
      </p:cxnSp>
      <p:cxnSp>
        <p:nvCxnSpPr>
          <p:cNvPr id="77" name=""/>
          <p:cNvCxnSpPr>
            <a:stCxn xmlns:a="http://schemas.openxmlformats.org/drawingml/2006/main" id="22" idx="3"/>
            <a:endCxn xmlns:a="http://schemas.openxmlformats.org/drawingml/2006/main" id="28" idx="1"/>
          </p:cNvCxnSpPr>
          <p:nvPr/>
        </p:nvCxnSpPr>
        <p:spPr>
          <a:xfrm xmlns:a="http://schemas.openxmlformats.org/drawingml/2006/main">
            <a:off x="8420100" y="3771900"/>
            <a:ext cx="285750" cy="0"/>
          </a:xfrm>
          <a:prstGeom xmlns:a="http://schemas.openxmlformats.org/drawingml/2006/main" prst="straightConnector1">
            <a:avLst/>
          </a:prstGeom>
          <a:ln xmlns:a="http://schemas.openxmlformats.org/drawingml/2006/main" w="19050">
            <a:solidFill>
              <a:srgbClr val="5B6B62"/>
            </a:solidFill>
            <a:prstDash val="solid"/>
            <a:tailEnd type="triangle" w="sm" len="sm"/>
          </a:ln>
        </p:spPr>
      </p:cxnSp>
      <p:sp>
        <p:nvSpPr>
          <p:cNvPr id="37" name="">
            <a:extLst xmlns:a="http://schemas.openxmlformats.org/drawingml/2006/main">
              <a:ext uri="{FF2B5EF4-FFF2-40B4-BE49-F238E27FC236}">
                <a16:creationId xmlns:a16="http://schemas.microsoft.com/office/drawing/2014/main" id="{24F8FC90-77B8-4B69-A348-C82CA99348F6}"/>
              </a:ext>
            </a:extLst>
          </p:cNvPr>
          <p:cNvSpPr>
            <a:spLocks xmlns:a="http://schemas.openxmlformats.org/drawingml/2006/main" noGrp="1"/>
          </p:cNvSpPr>
          <p:nvPr/>
        </p:nvSpPr>
        <p:spPr>
          <a:xfrm xmlns:a="http://schemas.openxmlformats.org/drawingml/2006/main">
            <a:off x="685800" y="5381625"/>
            <a:ext cx="10820400" cy="742950"/>
          </a:xfrm>
          <a:prstGeom xmlns:a="http://schemas.openxmlformats.org/drawingml/2006/main" prst="roundRect">
            <a:avLst>
              <a:gd name="adj" fmla="val 23077"/>
            </a:avLst>
          </a:prstGeom>
          <a:solidFill xmlns:a="http://schemas.openxmlformats.org/drawingml/2006/main">
            <a:srgbClr val="101915"/>
          </a:solidFill>
          <a:ln xmlns:a="http://schemas.openxmlformats.org/drawingml/2006/main" w="9525">
            <a:solidFill>
              <a:srgbClr val="2C3932"/>
            </a:solidFill>
            <a:prstDash val="solid"/>
          </a:ln>
        </p:spPr>
      </p:sp>
      <p:sp>
        <p:nvSpPr>
          <p:cNvPr id="38" name="">
            <a:extLst xmlns:a="http://schemas.openxmlformats.org/drawingml/2006/main">
              <a:ext uri="{FF2B5EF4-FFF2-40B4-BE49-F238E27FC236}">
                <a16:creationId xmlns:a16="http://schemas.microsoft.com/office/drawing/2014/main" id="{98ABD564-1EF3-4B84-9DD3-F77C00DAB2A7}"/>
              </a:ext>
            </a:extLst>
          </p:cNvPr>
          <p:cNvSpPr>
            <a:spLocks xmlns:a="http://schemas.openxmlformats.org/drawingml/2006/main" noGrp="1"/>
          </p:cNvSpPr>
          <p:nvPr/>
        </p:nvSpPr>
        <p:spPr>
          <a:xfrm xmlns:a="http://schemas.openxmlformats.org/drawingml/2006/main">
            <a:off x="952500" y="55911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D8FF63"/>
                </a:solidFill>
                <a:latin typeface="PT Sans"/>
                <a:ea typeface="PT Sans"/>
                <a:cs typeface="PT Sans"/>
              </a:defRPr>
            </a:pPr>
            <a:r>
              <a:rPr sz="1575" b="1" i="0">
                <a:solidFill>
                  <a:srgbClr val="D8FF63"/>
                </a:solidFill>
                <a:latin typeface="PT Sans"/>
                <a:ea typeface="PT Sans"/>
                <a:cs typeface="PT Sans"/>
              </a:rPr>
              <a:t>Эксперименттік топ: SONORA ән сабақтары</a:t>
            </a:r>
          </a:p>
        </p:txBody>
      </p:sp>
      <p:sp>
        <p:nvSpPr>
          <p:cNvPr id="39" name="">
            <a:extLst xmlns:a="http://schemas.openxmlformats.org/drawingml/2006/main">
              <a:ext uri="{FF2B5EF4-FFF2-40B4-BE49-F238E27FC236}">
                <a16:creationId xmlns:a16="http://schemas.microsoft.com/office/drawing/2014/main" id="{072465DD-6239-4502-9976-722710F7EE5D}"/>
              </a:ext>
            </a:extLst>
          </p:cNvPr>
          <p:cNvSpPr>
            <a:spLocks xmlns:a="http://schemas.openxmlformats.org/drawingml/2006/main" noGrp="1"/>
          </p:cNvSpPr>
          <p:nvPr/>
        </p:nvSpPr>
        <p:spPr>
          <a:xfrm xmlns:a="http://schemas.openxmlformats.org/drawingml/2006/main">
            <a:off x="5924550" y="55911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i="0">
                <a:solidFill>
                  <a:srgbClr val="AAB5AE"/>
                </a:solidFill>
                <a:latin typeface="PT Sans"/>
                <a:ea typeface="PT Sans"/>
                <a:cs typeface="PT Sans"/>
              </a:defRPr>
            </a:pPr>
            <a:r>
              <a:rPr sz="1425" b="1" i="0">
                <a:solidFill>
                  <a:srgbClr val="AAB5AE"/>
                </a:solidFill>
                <a:latin typeface="PT Sans"/>
                <a:ea typeface="PT Sans"/>
                <a:cs typeface="PT Sans"/>
              </a:rPr>
              <a:t>Бақылау тобы: деңгейі мен тақырыбы ұқсас дәстүрлі жаттығулар</a:t>
            </a:r>
          </a:p>
        </p:txBody>
      </p:sp>
      <p:sp>
        <p:nvSpPr>
          <p:cNvPr id="40" name="">
            <a:extLst xmlns:a="http://schemas.openxmlformats.org/drawingml/2006/main">
              <a:ext uri="{FF2B5EF4-FFF2-40B4-BE49-F238E27FC236}">
                <a16:creationId xmlns:a16="http://schemas.microsoft.com/office/drawing/2014/main" id="{E71D0B81-3E63-4C38-85BE-265D12601824}"/>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718079"/>
                </a:solidFill>
                <a:latin typeface="PT Sans"/>
                <a:ea typeface="PT Sans"/>
                <a:cs typeface="PT Sans"/>
              </a:defRPr>
            </a:pPr>
            <a:r>
              <a:rPr sz="975" b="1" i="0">
                <a:solidFill>
                  <a:srgbClr val="718079"/>
                </a:solidFill>
                <a:latin typeface="PT Sans"/>
                <a:ea typeface="PT Sans"/>
                <a:cs typeface="PT Sans"/>
              </a:rPr>
              <a:t>SONORA · ҒЫЛЫМИ ЖОБА</a:t>
            </a:r>
          </a:p>
        </p:txBody>
      </p:sp>
      <p:sp>
        <p:nvSpPr>
          <p:cNvPr id="41" name="">
            <a:extLst xmlns:a="http://schemas.openxmlformats.org/drawingml/2006/main">
              <a:ext uri="{FF2B5EF4-FFF2-40B4-BE49-F238E27FC236}">
                <a16:creationId xmlns:a16="http://schemas.microsoft.com/office/drawing/2014/main" id="{0001AC5D-15FE-40B1-B5DC-A93D07E681AC}"/>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718079"/>
                </a:solidFill>
                <a:latin typeface="PT Sans"/>
                <a:ea typeface="PT Sans"/>
                <a:cs typeface="PT Sans"/>
              </a:defRPr>
            </a:pPr>
            <a:r>
              <a:rPr sz="975" b="0" i="0">
                <a:solidFill>
                  <a:srgbClr val="718079"/>
                </a:solidFill>
                <a:latin typeface="PT Sans"/>
                <a:ea typeface="PT Sans"/>
                <a:cs typeface="PT Sans"/>
              </a:rPr>
              <a:t>9 / 12</a:t>
            </a:r>
          </a:p>
        </p:txBody>
      </p:sp>
    </p:spTree>
    <p:extLst>
      <p:ext uri="{BB962C8B-B14F-4D97-AF65-F5344CB8AC3E}">
        <p14:creationId xmlns:p14="http://schemas.microsoft.com/office/powerpoint/2010/main" val="1079269433"/>
      </p:ext>
    </p:extLst>
  </p:cSld>
</p:sld>
</file>

<file path=ppt/slides/slide10.xml><?xml version="1.0" encoding="utf-8"?>
<p:sld xmlns:p="http://schemas.openxmlformats.org/presentationml/2006/main">
  <p:cSld>
    <p:bg>
      <p:bgPr>
        <a:solidFill xmlns:a="http://schemas.openxmlformats.org/drawingml/2006/main">
          <a:srgbClr val="F4F3E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C09D7C3E-7A34-4A7F-B110-1F16EB81AF19}"/>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17221D"/>
                </a:solidFill>
                <a:latin typeface="PT Sans"/>
                <a:ea typeface="PT Sans"/>
                <a:cs typeface="PT Sans"/>
              </a:defRPr>
            </a:pPr>
            <a:r>
              <a:rPr sz="3225" b="1" i="0">
                <a:solidFill>
                  <a:srgbClr val="17221D"/>
                </a:solidFill>
                <a:latin typeface="PT Sans"/>
                <a:ea typeface="PT Sans"/>
                <a:cs typeface="PT Sans"/>
              </a:rPr>
              <a:t>Өлшеу құралдары және шешім ережесі</a:t>
            </a:r>
          </a:p>
        </p:txBody>
      </p:sp>
      <p:sp>
        <p:nvSpPr>
          <p:cNvPr id="2" name="">
            <a:extLst xmlns:a="http://schemas.openxmlformats.org/drawingml/2006/main">
              <a:ext uri="{FF2B5EF4-FFF2-40B4-BE49-F238E27FC236}">
                <a16:creationId xmlns:a16="http://schemas.microsoft.com/office/drawing/2014/main" id="{9DA75645-C29A-4F8C-A225-6A9C2F7024EA}"/>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68736C"/>
                </a:solidFill>
                <a:latin typeface="PT Sans"/>
                <a:ea typeface="PT Sans"/>
                <a:cs typeface="PT Sans"/>
              </a:defRPr>
            </a:pPr>
            <a:r>
              <a:rPr sz="1350" b="0" i="0">
                <a:solidFill>
                  <a:srgbClr val="68736C"/>
                </a:solidFill>
                <a:latin typeface="PT Sans"/>
                <a:ea typeface="PT Sans"/>
                <a:cs typeface="PT Sans"/>
              </a:rPr>
              <a:t>Measures and decision rule</a:t>
            </a:r>
          </a:p>
        </p:txBody>
      </p:sp>
      <p:sp>
        <p:nvSpPr>
          <p:cNvPr id="3" name="">
            <a:extLst xmlns:a="http://schemas.openxmlformats.org/drawingml/2006/main">
              <a:ext uri="{FF2B5EF4-FFF2-40B4-BE49-F238E27FC236}">
                <a16:creationId xmlns:a16="http://schemas.microsoft.com/office/drawing/2014/main" id="{846EBD56-49C2-4E31-9BBE-6E78A5D4C8AC}"/>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10</a:t>
            </a:r>
          </a:p>
        </p:txBody>
      </p:sp>
      <p:sp>
        <p:nvSpPr>
          <p:cNvPr id="4" name="">
            <a:extLst xmlns:a="http://schemas.openxmlformats.org/drawingml/2006/main">
              <a:ext uri="{FF2B5EF4-FFF2-40B4-BE49-F238E27FC236}">
                <a16:creationId xmlns:a16="http://schemas.microsoft.com/office/drawing/2014/main" id="{50B13BCA-E908-4618-98A1-99FD0DB9E0A2}"/>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D3D7CE"/>
            </a:solidFill>
            <a:prstDash val="solid"/>
          </a:ln>
        </p:spPr>
      </p:sp>
      <p:sp>
        <p:nvSpPr>
          <p:cNvPr id="5" name="">
            <a:extLst xmlns:a="http://schemas.openxmlformats.org/drawingml/2006/main">
              <a:ext uri="{FF2B5EF4-FFF2-40B4-BE49-F238E27FC236}">
                <a16:creationId xmlns:a16="http://schemas.microsoft.com/office/drawing/2014/main" id="{B6806328-B726-4351-9BC0-655C4E857276}"/>
              </a:ext>
            </a:extLst>
          </p:cNvPr>
          <p:cNvSpPr>
            <a:spLocks xmlns:a="http://schemas.openxmlformats.org/drawingml/2006/main" noGrp="1"/>
          </p:cNvSpPr>
          <p:nvPr/>
        </p:nvSpPr>
        <p:spPr>
          <a:xfrm xmlns:a="http://schemas.openxmlformats.org/drawingml/2006/main">
            <a:off x="685800" y="15811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68736C"/>
                </a:solidFill>
                <a:latin typeface="PT Sans"/>
                <a:ea typeface="PT Sans"/>
                <a:cs typeface="PT Sans"/>
              </a:defRPr>
            </a:pPr>
            <a:r>
              <a:rPr sz="1200" b="1" i="0">
                <a:solidFill>
                  <a:srgbClr val="68736C"/>
                </a:solidFill>
                <a:latin typeface="PT Sans"/>
                <a:ea typeface="PT Sans"/>
                <a:cs typeface="PT Sans"/>
              </a:rPr>
              <a:t>Дағды</a:t>
            </a:r>
          </a:p>
        </p:txBody>
      </p:sp>
      <p:sp>
        <p:nvSpPr>
          <p:cNvPr id="6" name="">
            <a:extLst xmlns:a="http://schemas.openxmlformats.org/drawingml/2006/main">
              <a:ext uri="{FF2B5EF4-FFF2-40B4-BE49-F238E27FC236}">
                <a16:creationId xmlns:a16="http://schemas.microsoft.com/office/drawing/2014/main" id="{39D7A630-D2CA-4DC4-898E-D6B4682E9863}"/>
              </a:ext>
            </a:extLst>
          </p:cNvPr>
          <p:cNvSpPr>
            <a:spLocks xmlns:a="http://schemas.openxmlformats.org/drawingml/2006/main" noGrp="1"/>
          </p:cNvSpPr>
          <p:nvPr/>
        </p:nvSpPr>
        <p:spPr>
          <a:xfrm xmlns:a="http://schemas.openxmlformats.org/drawingml/2006/main">
            <a:off x="3048000" y="15811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68736C"/>
                </a:solidFill>
                <a:latin typeface="PT Sans"/>
                <a:ea typeface="PT Sans"/>
                <a:cs typeface="PT Sans"/>
              </a:defRPr>
            </a:pPr>
            <a:r>
              <a:rPr sz="1200" b="1" i="0">
                <a:solidFill>
                  <a:srgbClr val="68736C"/>
                </a:solidFill>
                <a:latin typeface="PT Sans"/>
                <a:ea typeface="PT Sans"/>
                <a:cs typeface="PT Sans"/>
              </a:rPr>
              <a:t>Құрал</a:t>
            </a:r>
          </a:p>
        </p:txBody>
      </p:sp>
      <p:sp>
        <p:nvSpPr>
          <p:cNvPr id="7" name="">
            <a:extLst xmlns:a="http://schemas.openxmlformats.org/drawingml/2006/main">
              <a:ext uri="{FF2B5EF4-FFF2-40B4-BE49-F238E27FC236}">
                <a16:creationId xmlns:a16="http://schemas.microsoft.com/office/drawing/2014/main" id="{0CDC1F3D-8330-469B-A476-19A41426CD9A}"/>
              </a:ext>
            </a:extLst>
          </p:cNvPr>
          <p:cNvSpPr>
            <a:spLocks xmlns:a="http://schemas.openxmlformats.org/drawingml/2006/main" noGrp="1"/>
          </p:cNvSpPr>
          <p:nvPr/>
        </p:nvSpPr>
        <p:spPr>
          <a:xfrm xmlns:a="http://schemas.openxmlformats.org/drawingml/2006/main">
            <a:off x="5048250" y="15811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68736C"/>
                </a:solidFill>
                <a:latin typeface="PT Sans"/>
                <a:ea typeface="PT Sans"/>
                <a:cs typeface="PT Sans"/>
              </a:defRPr>
            </a:pPr>
            <a:r>
              <a:rPr sz="1200" b="1" i="0">
                <a:solidFill>
                  <a:srgbClr val="68736C"/>
                </a:solidFill>
                <a:latin typeface="PT Sans"/>
                <a:ea typeface="PT Sans"/>
                <a:cs typeface="PT Sans"/>
              </a:rPr>
              <a:t>Нені өлшейді</a:t>
            </a:r>
          </a:p>
        </p:txBody>
      </p:sp>
      <p:sp>
        <p:nvSpPr>
          <p:cNvPr id="8" name="">
            <a:extLst xmlns:a="http://schemas.openxmlformats.org/drawingml/2006/main">
              <a:ext uri="{FF2B5EF4-FFF2-40B4-BE49-F238E27FC236}">
                <a16:creationId xmlns:a16="http://schemas.microsoft.com/office/drawing/2014/main" id="{863BDA51-B281-478B-B309-00FABFDB1A21}"/>
              </a:ext>
            </a:extLst>
          </p:cNvPr>
          <p:cNvSpPr>
            <a:spLocks xmlns:a="http://schemas.openxmlformats.org/drawingml/2006/main" noGrp="1"/>
          </p:cNvSpPr>
          <p:nvPr/>
        </p:nvSpPr>
        <p:spPr>
          <a:xfrm xmlns:a="http://schemas.openxmlformats.org/drawingml/2006/main">
            <a:off x="9525000" y="15811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i="0">
                <a:solidFill>
                  <a:srgbClr val="68736C"/>
                </a:solidFill>
                <a:latin typeface="PT Sans"/>
                <a:ea typeface="PT Sans"/>
                <a:cs typeface="PT Sans"/>
              </a:defRPr>
            </a:pPr>
            <a:r>
              <a:rPr sz="1200" b="1" i="0">
                <a:solidFill>
                  <a:srgbClr val="68736C"/>
                </a:solidFill>
                <a:latin typeface="PT Sans"/>
                <a:ea typeface="PT Sans"/>
                <a:cs typeface="PT Sans"/>
              </a:rPr>
              <a:t>Шкала</a:t>
            </a:r>
          </a:p>
        </p:txBody>
      </p:sp>
      <p:sp>
        <p:nvSpPr>
          <p:cNvPr id="9" name="">
            <a:extLst xmlns:a="http://schemas.openxmlformats.org/drawingml/2006/main">
              <a:ext uri="{FF2B5EF4-FFF2-40B4-BE49-F238E27FC236}">
                <a16:creationId xmlns:a16="http://schemas.microsoft.com/office/drawing/2014/main" id="{16B8A95F-44E1-4C6B-800B-06507632E04F}"/>
              </a:ext>
            </a:extLst>
          </p:cNvPr>
          <p:cNvSpPr>
            <a:spLocks xmlns:a="http://schemas.openxmlformats.org/drawingml/2006/main" noGrp="1"/>
          </p:cNvSpPr>
          <p:nvPr/>
        </p:nvSpPr>
        <p:spPr>
          <a:xfrm xmlns:a="http://schemas.openxmlformats.org/drawingml/2006/main">
            <a:off x="685800" y="1952625"/>
            <a:ext cx="10820400" cy="533400"/>
          </a:xfrm>
          <a:prstGeom xmlns:a="http://schemas.openxmlformats.org/drawingml/2006/main" prst="roundRect">
            <a:avLst>
              <a:gd name="adj" fmla="val 21429"/>
            </a:avLst>
          </a:prstGeom>
          <a:solidFill xmlns:a="http://schemas.openxmlformats.org/drawingml/2006/main">
            <a:srgbClr val="FBFCF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A786873-BB28-4CB4-88DD-BF80A62841CA}"/>
              </a:ext>
            </a:extLst>
          </p:cNvPr>
          <p:cNvSpPr>
            <a:spLocks xmlns:a="http://schemas.openxmlformats.org/drawingml/2006/main" noGrp="1"/>
          </p:cNvSpPr>
          <p:nvPr/>
        </p:nvSpPr>
        <p:spPr>
          <a:xfrm xmlns:a="http://schemas.openxmlformats.org/drawingml/2006/main">
            <a:off x="685800" y="1952625"/>
            <a:ext cx="76200" cy="533400"/>
          </a:xfrm>
          <a:prstGeom xmlns:a="http://schemas.openxmlformats.org/drawingml/2006/main" prst="rect">
            <a:avLst/>
          </a:prstGeom>
          <a:solidFill xmlns:a="http://schemas.openxmlformats.org/drawingml/2006/main">
            <a:srgbClr val="B8E8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80A739D-5EC0-4E66-BF94-AF478A6463E3}"/>
              </a:ext>
            </a:extLst>
          </p:cNvPr>
          <p:cNvSpPr>
            <a:spLocks xmlns:a="http://schemas.openxmlformats.org/drawingml/2006/main" noGrp="1"/>
          </p:cNvSpPr>
          <p:nvPr/>
        </p:nvSpPr>
        <p:spPr>
          <a:xfrm xmlns:a="http://schemas.openxmlformats.org/drawingml/2006/main">
            <a:off x="914400" y="2085975"/>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17221D"/>
                </a:solidFill>
                <a:latin typeface="PT Sans"/>
                <a:ea typeface="PT Sans"/>
                <a:cs typeface="PT Sans"/>
              </a:defRPr>
            </a:pPr>
            <a:r>
              <a:rPr sz="1500" b="1" i="0">
                <a:solidFill>
                  <a:srgbClr val="17221D"/>
                </a:solidFill>
                <a:latin typeface="PT Sans"/>
                <a:ea typeface="PT Sans"/>
                <a:cs typeface="PT Sans"/>
              </a:rPr>
              <a:t>Vocabulary</a:t>
            </a:r>
          </a:p>
        </p:txBody>
      </p:sp>
      <p:sp>
        <p:nvSpPr>
          <p:cNvPr id="12" name="">
            <a:extLst xmlns:a="http://schemas.openxmlformats.org/drawingml/2006/main">
              <a:ext uri="{FF2B5EF4-FFF2-40B4-BE49-F238E27FC236}">
                <a16:creationId xmlns:a16="http://schemas.microsoft.com/office/drawing/2014/main" id="{78B06DD4-2BCB-4BE9-BAD3-5A3E71CCEB5E}"/>
              </a:ext>
            </a:extLst>
          </p:cNvPr>
          <p:cNvSpPr>
            <a:spLocks xmlns:a="http://schemas.openxmlformats.org/drawingml/2006/main" noGrp="1"/>
          </p:cNvSpPr>
          <p:nvPr/>
        </p:nvSpPr>
        <p:spPr>
          <a:xfrm xmlns:a="http://schemas.openxmlformats.org/drawingml/2006/main">
            <a:off x="3048000" y="2085975"/>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17221D"/>
                </a:solidFill>
                <a:latin typeface="PT Sans"/>
                <a:ea typeface="PT Sans"/>
                <a:cs typeface="PT Sans"/>
              </a:defRPr>
            </a:pPr>
            <a:r>
              <a:rPr sz="1350" b="0" i="0">
                <a:solidFill>
                  <a:srgbClr val="17221D"/>
                </a:solidFill>
                <a:latin typeface="PT Sans"/>
                <a:ea typeface="PT Sans"/>
                <a:cs typeface="PT Sans"/>
              </a:rPr>
              <a:t>20 тапсырма</a:t>
            </a:r>
          </a:p>
        </p:txBody>
      </p:sp>
      <p:sp>
        <p:nvSpPr>
          <p:cNvPr id="13" name="">
            <a:extLst xmlns:a="http://schemas.openxmlformats.org/drawingml/2006/main">
              <a:ext uri="{FF2B5EF4-FFF2-40B4-BE49-F238E27FC236}">
                <a16:creationId xmlns:a16="http://schemas.microsoft.com/office/drawing/2014/main" id="{B22DE1A9-BB11-4CE8-8530-3570FA255A75}"/>
              </a:ext>
            </a:extLst>
          </p:cNvPr>
          <p:cNvSpPr>
            <a:spLocks xmlns:a="http://schemas.openxmlformats.org/drawingml/2006/main" noGrp="1"/>
          </p:cNvSpPr>
          <p:nvPr/>
        </p:nvSpPr>
        <p:spPr>
          <a:xfrm xmlns:a="http://schemas.openxmlformats.org/drawingml/2006/main">
            <a:off x="5048250" y="206692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68736C"/>
                </a:solidFill>
                <a:latin typeface="PT Sans"/>
                <a:ea typeface="PT Sans"/>
                <a:cs typeface="PT Sans"/>
              </a:defRPr>
            </a:pPr>
            <a:r>
              <a:rPr sz="1275" b="0" i="0">
                <a:solidFill>
                  <a:srgbClr val="68736C"/>
                </a:solidFill>
                <a:latin typeface="PT Sans"/>
                <a:ea typeface="PT Sans"/>
                <a:cs typeface="PT Sans"/>
              </a:rPr>
              <a:t>Мағына, контекст, collocation</a:t>
            </a:r>
          </a:p>
        </p:txBody>
      </p:sp>
      <p:sp>
        <p:nvSpPr>
          <p:cNvPr id="14" name="">
            <a:extLst xmlns:a="http://schemas.openxmlformats.org/drawingml/2006/main">
              <a:ext uri="{FF2B5EF4-FFF2-40B4-BE49-F238E27FC236}">
                <a16:creationId xmlns:a16="http://schemas.microsoft.com/office/drawing/2014/main" id="{70BBB71C-3DFA-4A49-A6EE-7ED555552E96}"/>
              </a:ext>
            </a:extLst>
          </p:cNvPr>
          <p:cNvSpPr>
            <a:spLocks xmlns:a="http://schemas.openxmlformats.org/drawingml/2006/main" noGrp="1"/>
          </p:cNvSpPr>
          <p:nvPr/>
        </p:nvSpPr>
        <p:spPr>
          <a:xfrm xmlns:a="http://schemas.openxmlformats.org/drawingml/2006/main">
            <a:off x="9525000" y="20859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0–20</a:t>
            </a:r>
          </a:p>
        </p:txBody>
      </p:sp>
      <p:sp>
        <p:nvSpPr>
          <p:cNvPr id="15" name="">
            <a:extLst xmlns:a="http://schemas.openxmlformats.org/drawingml/2006/main">
              <a:ext uri="{FF2B5EF4-FFF2-40B4-BE49-F238E27FC236}">
                <a16:creationId xmlns:a16="http://schemas.microsoft.com/office/drawing/2014/main" id="{512B7C51-CDAF-4A71-8AC0-144D8D326862}"/>
              </a:ext>
            </a:extLst>
          </p:cNvPr>
          <p:cNvSpPr>
            <a:spLocks xmlns:a="http://schemas.openxmlformats.org/drawingml/2006/main" noGrp="1"/>
          </p:cNvSpPr>
          <p:nvPr/>
        </p:nvSpPr>
        <p:spPr>
          <a:xfrm xmlns:a="http://schemas.openxmlformats.org/drawingml/2006/main">
            <a:off x="685800" y="2609850"/>
            <a:ext cx="10820400" cy="533400"/>
          </a:xfrm>
          <a:prstGeom xmlns:a="http://schemas.openxmlformats.org/drawingml/2006/main" prst="roundRect">
            <a:avLst>
              <a:gd name="adj" fmla="val 21429"/>
            </a:avLst>
          </a:prstGeom>
          <a:solidFill xmlns:a="http://schemas.openxmlformats.org/drawingml/2006/main">
            <a:srgbClr val="ECEEE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83B6F49-C012-4C84-A413-EC410C91BEB9}"/>
              </a:ext>
            </a:extLst>
          </p:cNvPr>
          <p:cNvSpPr>
            <a:spLocks xmlns:a="http://schemas.openxmlformats.org/drawingml/2006/main" noGrp="1"/>
          </p:cNvSpPr>
          <p:nvPr/>
        </p:nvSpPr>
        <p:spPr>
          <a:xfrm xmlns:a="http://schemas.openxmlformats.org/drawingml/2006/main">
            <a:off x="685800" y="2609850"/>
            <a:ext cx="76200" cy="533400"/>
          </a:xfrm>
          <a:prstGeom xmlns:a="http://schemas.openxmlformats.org/drawingml/2006/main" prst="rect">
            <a:avLst/>
          </a:prstGeom>
          <a:solidFill xmlns:a="http://schemas.openxmlformats.org/drawingml/2006/main">
            <a:srgbClr val="83B6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2C76A32-0276-4DAE-AC7B-B0383945C9E2}"/>
              </a:ext>
            </a:extLst>
          </p:cNvPr>
          <p:cNvSpPr>
            <a:spLocks xmlns:a="http://schemas.openxmlformats.org/drawingml/2006/main" noGrp="1"/>
          </p:cNvSpPr>
          <p:nvPr/>
        </p:nvSpPr>
        <p:spPr>
          <a:xfrm xmlns:a="http://schemas.openxmlformats.org/drawingml/2006/main">
            <a:off x="914400" y="27432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17221D"/>
                </a:solidFill>
                <a:latin typeface="PT Sans"/>
                <a:ea typeface="PT Sans"/>
                <a:cs typeface="PT Sans"/>
              </a:defRPr>
            </a:pPr>
            <a:r>
              <a:rPr sz="1500" b="1" i="0">
                <a:solidFill>
                  <a:srgbClr val="17221D"/>
                </a:solidFill>
                <a:latin typeface="PT Sans"/>
                <a:ea typeface="PT Sans"/>
                <a:cs typeface="PT Sans"/>
              </a:rPr>
              <a:t>Listening</a:t>
            </a:r>
          </a:p>
        </p:txBody>
      </p:sp>
      <p:sp>
        <p:nvSpPr>
          <p:cNvPr id="18" name="">
            <a:extLst xmlns:a="http://schemas.openxmlformats.org/drawingml/2006/main">
              <a:ext uri="{FF2B5EF4-FFF2-40B4-BE49-F238E27FC236}">
                <a16:creationId xmlns:a16="http://schemas.microsoft.com/office/drawing/2014/main" id="{3E66DB19-A6EC-4CCA-92A8-4D324A1C962C}"/>
              </a:ext>
            </a:extLst>
          </p:cNvPr>
          <p:cNvSpPr>
            <a:spLocks xmlns:a="http://schemas.openxmlformats.org/drawingml/2006/main" noGrp="1"/>
          </p:cNvSpPr>
          <p:nvPr/>
        </p:nvSpPr>
        <p:spPr>
          <a:xfrm xmlns:a="http://schemas.openxmlformats.org/drawingml/2006/main">
            <a:off x="3048000" y="274320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17221D"/>
                </a:solidFill>
                <a:latin typeface="PT Sans"/>
                <a:ea typeface="PT Sans"/>
                <a:cs typeface="PT Sans"/>
              </a:defRPr>
            </a:pPr>
            <a:r>
              <a:rPr sz="1350" b="0" i="0">
                <a:solidFill>
                  <a:srgbClr val="17221D"/>
                </a:solidFill>
                <a:latin typeface="PT Sans"/>
                <a:ea typeface="PT Sans"/>
                <a:cs typeface="PT Sans"/>
              </a:rPr>
              <a:t>10 тапсырма</a:t>
            </a:r>
          </a:p>
        </p:txBody>
      </p:sp>
      <p:sp>
        <p:nvSpPr>
          <p:cNvPr id="19" name="">
            <a:extLst xmlns:a="http://schemas.openxmlformats.org/drawingml/2006/main">
              <a:ext uri="{FF2B5EF4-FFF2-40B4-BE49-F238E27FC236}">
                <a16:creationId xmlns:a16="http://schemas.microsoft.com/office/drawing/2014/main" id="{CE306256-8DCD-4DD0-B6D4-6F89F38FAA54}"/>
              </a:ext>
            </a:extLst>
          </p:cNvPr>
          <p:cNvSpPr>
            <a:spLocks xmlns:a="http://schemas.openxmlformats.org/drawingml/2006/main" noGrp="1"/>
          </p:cNvSpPr>
          <p:nvPr/>
        </p:nvSpPr>
        <p:spPr>
          <a:xfrm xmlns:a="http://schemas.openxmlformats.org/drawingml/2006/main">
            <a:off x="5048250" y="27241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68736C"/>
                </a:solidFill>
                <a:latin typeface="PT Sans"/>
                <a:ea typeface="PT Sans"/>
                <a:cs typeface="PT Sans"/>
              </a:defRPr>
            </a:pPr>
            <a:r>
              <a:rPr sz="1275" b="0" i="0">
                <a:solidFill>
                  <a:srgbClr val="68736C"/>
                </a:solidFill>
                <a:latin typeface="PT Sans"/>
                <a:ea typeface="PT Sans"/>
                <a:cs typeface="PT Sans"/>
              </a:rPr>
              <a:t>Таныс емес деңгейлес аудио</a:t>
            </a:r>
          </a:p>
        </p:txBody>
      </p:sp>
      <p:sp>
        <p:nvSpPr>
          <p:cNvPr id="20" name="">
            <a:extLst xmlns:a="http://schemas.openxmlformats.org/drawingml/2006/main">
              <a:ext uri="{FF2B5EF4-FFF2-40B4-BE49-F238E27FC236}">
                <a16:creationId xmlns:a16="http://schemas.microsoft.com/office/drawing/2014/main" id="{539574B6-8436-45E1-A126-2BF0FEAA4891}"/>
              </a:ext>
            </a:extLst>
          </p:cNvPr>
          <p:cNvSpPr>
            <a:spLocks xmlns:a="http://schemas.openxmlformats.org/drawingml/2006/main" noGrp="1"/>
          </p:cNvSpPr>
          <p:nvPr/>
        </p:nvSpPr>
        <p:spPr>
          <a:xfrm xmlns:a="http://schemas.openxmlformats.org/drawingml/2006/main">
            <a:off x="9525000" y="27432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0–10</a:t>
            </a:r>
          </a:p>
        </p:txBody>
      </p:sp>
      <p:sp>
        <p:nvSpPr>
          <p:cNvPr id="21" name="">
            <a:extLst xmlns:a="http://schemas.openxmlformats.org/drawingml/2006/main">
              <a:ext uri="{FF2B5EF4-FFF2-40B4-BE49-F238E27FC236}">
                <a16:creationId xmlns:a16="http://schemas.microsoft.com/office/drawing/2014/main" id="{A9C6B51F-E92F-481C-877D-8EA6218792F1}"/>
              </a:ext>
            </a:extLst>
          </p:cNvPr>
          <p:cNvSpPr>
            <a:spLocks xmlns:a="http://schemas.openxmlformats.org/drawingml/2006/main" noGrp="1"/>
          </p:cNvSpPr>
          <p:nvPr/>
        </p:nvSpPr>
        <p:spPr>
          <a:xfrm xmlns:a="http://schemas.openxmlformats.org/drawingml/2006/main">
            <a:off x="685800" y="3267075"/>
            <a:ext cx="10820400" cy="533400"/>
          </a:xfrm>
          <a:prstGeom xmlns:a="http://schemas.openxmlformats.org/drawingml/2006/main" prst="roundRect">
            <a:avLst>
              <a:gd name="adj" fmla="val 21429"/>
            </a:avLst>
          </a:prstGeom>
          <a:solidFill xmlns:a="http://schemas.openxmlformats.org/drawingml/2006/main">
            <a:srgbClr val="FBFCF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FF4ED93-F290-4679-B5E3-F8F72C5C9DA8}"/>
              </a:ext>
            </a:extLst>
          </p:cNvPr>
          <p:cNvSpPr>
            <a:spLocks xmlns:a="http://schemas.openxmlformats.org/drawingml/2006/main" noGrp="1"/>
          </p:cNvSpPr>
          <p:nvPr/>
        </p:nvSpPr>
        <p:spPr>
          <a:xfrm xmlns:a="http://schemas.openxmlformats.org/drawingml/2006/main">
            <a:off x="685800" y="3267075"/>
            <a:ext cx="76200" cy="533400"/>
          </a:xfrm>
          <a:prstGeom xmlns:a="http://schemas.openxmlformats.org/drawingml/2006/main" prst="rect">
            <a:avLst/>
          </a:prstGeom>
          <a:solidFill xmlns:a="http://schemas.openxmlformats.org/drawingml/2006/main">
            <a:srgbClr val="B69B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5A883FA-58E8-4530-977F-8FA538B5E3B5}"/>
              </a:ext>
            </a:extLst>
          </p:cNvPr>
          <p:cNvSpPr>
            <a:spLocks xmlns:a="http://schemas.openxmlformats.org/drawingml/2006/main" noGrp="1"/>
          </p:cNvSpPr>
          <p:nvPr/>
        </p:nvSpPr>
        <p:spPr>
          <a:xfrm xmlns:a="http://schemas.openxmlformats.org/drawingml/2006/main">
            <a:off x="914400" y="3400425"/>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17221D"/>
                </a:solidFill>
                <a:latin typeface="PT Sans"/>
                <a:ea typeface="PT Sans"/>
                <a:cs typeface="PT Sans"/>
              </a:defRPr>
            </a:pPr>
            <a:r>
              <a:rPr sz="1500" b="1" i="0">
                <a:solidFill>
                  <a:srgbClr val="17221D"/>
                </a:solidFill>
                <a:latin typeface="PT Sans"/>
                <a:ea typeface="PT Sans"/>
                <a:cs typeface="PT Sans"/>
              </a:rPr>
              <a:t>Speaking</a:t>
            </a:r>
          </a:p>
        </p:txBody>
      </p:sp>
      <p:sp>
        <p:nvSpPr>
          <p:cNvPr id="24" name="">
            <a:extLst xmlns:a="http://schemas.openxmlformats.org/drawingml/2006/main">
              <a:ext uri="{FF2B5EF4-FFF2-40B4-BE49-F238E27FC236}">
                <a16:creationId xmlns:a16="http://schemas.microsoft.com/office/drawing/2014/main" id="{54354830-AFEB-4090-B112-BB399799562D}"/>
              </a:ext>
            </a:extLst>
          </p:cNvPr>
          <p:cNvSpPr>
            <a:spLocks xmlns:a="http://schemas.openxmlformats.org/drawingml/2006/main" noGrp="1"/>
          </p:cNvSpPr>
          <p:nvPr/>
        </p:nvSpPr>
        <p:spPr>
          <a:xfrm xmlns:a="http://schemas.openxmlformats.org/drawingml/2006/main">
            <a:off x="3048000" y="3400425"/>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17221D"/>
                </a:solidFill>
                <a:latin typeface="PT Sans"/>
                <a:ea typeface="PT Sans"/>
                <a:cs typeface="PT Sans"/>
              </a:defRPr>
            </a:pPr>
            <a:r>
              <a:rPr sz="1350" b="0" i="0">
                <a:solidFill>
                  <a:srgbClr val="17221D"/>
                </a:solidFill>
                <a:latin typeface="PT Sans"/>
                <a:ea typeface="PT Sans"/>
                <a:cs typeface="PT Sans"/>
              </a:rPr>
              <a:t>1,5–2 минут</a:t>
            </a:r>
          </a:p>
        </p:txBody>
      </p:sp>
      <p:sp>
        <p:nvSpPr>
          <p:cNvPr id="25" name="">
            <a:extLst xmlns:a="http://schemas.openxmlformats.org/drawingml/2006/main">
              <a:ext uri="{FF2B5EF4-FFF2-40B4-BE49-F238E27FC236}">
                <a16:creationId xmlns:a16="http://schemas.microsoft.com/office/drawing/2014/main" id="{0467828F-D214-4D2D-B124-1CC0A7B56F45}"/>
              </a:ext>
            </a:extLst>
          </p:cNvPr>
          <p:cNvSpPr>
            <a:spLocks xmlns:a="http://schemas.openxmlformats.org/drawingml/2006/main" noGrp="1"/>
          </p:cNvSpPr>
          <p:nvPr/>
        </p:nvSpPr>
        <p:spPr>
          <a:xfrm xmlns:a="http://schemas.openxmlformats.org/drawingml/2006/main">
            <a:off x="5048250" y="33813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68736C"/>
                </a:solidFill>
                <a:latin typeface="PT Sans"/>
                <a:ea typeface="PT Sans"/>
                <a:cs typeface="PT Sans"/>
              </a:defRPr>
            </a:pPr>
            <a:r>
              <a:rPr sz="1275" b="0" i="0">
                <a:solidFill>
                  <a:srgbClr val="68736C"/>
                </a:solidFill>
                <a:latin typeface="PT Sans"/>
                <a:ea typeface="PT Sans"/>
                <a:cs typeface="PT Sans"/>
              </a:rPr>
              <a:t>Content, vocabulary, grammar, fluency, intelligibility</a:t>
            </a:r>
          </a:p>
        </p:txBody>
      </p:sp>
      <p:sp>
        <p:nvSpPr>
          <p:cNvPr id="26" name="">
            <a:extLst xmlns:a="http://schemas.openxmlformats.org/drawingml/2006/main">
              <a:ext uri="{FF2B5EF4-FFF2-40B4-BE49-F238E27FC236}">
                <a16:creationId xmlns:a16="http://schemas.microsoft.com/office/drawing/2014/main" id="{C9C1F43A-8D20-4A99-B2A5-B874CC52FE95}"/>
              </a:ext>
            </a:extLst>
          </p:cNvPr>
          <p:cNvSpPr>
            <a:spLocks xmlns:a="http://schemas.openxmlformats.org/drawingml/2006/main" noGrp="1"/>
          </p:cNvSpPr>
          <p:nvPr/>
        </p:nvSpPr>
        <p:spPr>
          <a:xfrm xmlns:a="http://schemas.openxmlformats.org/drawingml/2006/main">
            <a:off x="9525000" y="34004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0–20</a:t>
            </a:r>
          </a:p>
        </p:txBody>
      </p:sp>
      <p:sp>
        <p:nvSpPr>
          <p:cNvPr id="27" name="">
            <a:extLst xmlns:a="http://schemas.openxmlformats.org/drawingml/2006/main">
              <a:ext uri="{FF2B5EF4-FFF2-40B4-BE49-F238E27FC236}">
                <a16:creationId xmlns:a16="http://schemas.microsoft.com/office/drawing/2014/main" id="{5138B6F5-0F74-4FE7-A848-2455430F370C}"/>
              </a:ext>
            </a:extLst>
          </p:cNvPr>
          <p:cNvSpPr>
            <a:spLocks xmlns:a="http://schemas.openxmlformats.org/drawingml/2006/main" noGrp="1"/>
          </p:cNvSpPr>
          <p:nvPr/>
        </p:nvSpPr>
        <p:spPr>
          <a:xfrm xmlns:a="http://schemas.openxmlformats.org/drawingml/2006/main">
            <a:off x="685800" y="3924300"/>
            <a:ext cx="10820400" cy="533400"/>
          </a:xfrm>
          <a:prstGeom xmlns:a="http://schemas.openxmlformats.org/drawingml/2006/main" prst="roundRect">
            <a:avLst>
              <a:gd name="adj" fmla="val 21429"/>
            </a:avLst>
          </a:prstGeom>
          <a:solidFill xmlns:a="http://schemas.openxmlformats.org/drawingml/2006/main">
            <a:srgbClr val="ECEEE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BA34BA9-DBC1-461E-923A-5F3465989E6A}"/>
              </a:ext>
            </a:extLst>
          </p:cNvPr>
          <p:cNvSpPr>
            <a:spLocks xmlns:a="http://schemas.openxmlformats.org/drawingml/2006/main" noGrp="1"/>
          </p:cNvSpPr>
          <p:nvPr/>
        </p:nvSpPr>
        <p:spPr>
          <a:xfrm xmlns:a="http://schemas.openxmlformats.org/drawingml/2006/main">
            <a:off x="685800" y="3924300"/>
            <a:ext cx="76200" cy="533400"/>
          </a:xfrm>
          <a:prstGeom xmlns:a="http://schemas.openxmlformats.org/drawingml/2006/main" prst="rect">
            <a:avLst/>
          </a:prstGeom>
          <a:solidFill xmlns:a="http://schemas.openxmlformats.org/drawingml/2006/main">
            <a:srgbClr val="FF8B7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DC030B4-5D9A-4C30-9393-66ADC4FB34A3}"/>
              </a:ext>
            </a:extLst>
          </p:cNvPr>
          <p:cNvSpPr>
            <a:spLocks xmlns:a="http://schemas.openxmlformats.org/drawingml/2006/main" noGrp="1"/>
          </p:cNvSpPr>
          <p:nvPr/>
        </p:nvSpPr>
        <p:spPr>
          <a:xfrm xmlns:a="http://schemas.openxmlformats.org/drawingml/2006/main">
            <a:off x="914400" y="40576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17221D"/>
                </a:solidFill>
                <a:latin typeface="PT Sans"/>
                <a:ea typeface="PT Sans"/>
                <a:cs typeface="PT Sans"/>
              </a:defRPr>
            </a:pPr>
            <a:r>
              <a:rPr sz="1500" b="1" i="0">
                <a:solidFill>
                  <a:srgbClr val="17221D"/>
                </a:solidFill>
                <a:latin typeface="PT Sans"/>
                <a:ea typeface="PT Sans"/>
                <a:cs typeface="PT Sans"/>
              </a:rPr>
              <a:t>Engagement</a:t>
            </a:r>
          </a:p>
        </p:txBody>
      </p:sp>
      <p:sp>
        <p:nvSpPr>
          <p:cNvPr id="30" name="">
            <a:extLst xmlns:a="http://schemas.openxmlformats.org/drawingml/2006/main">
              <a:ext uri="{FF2B5EF4-FFF2-40B4-BE49-F238E27FC236}">
                <a16:creationId xmlns:a16="http://schemas.microsoft.com/office/drawing/2014/main" id="{7D4D24A1-9428-4063-802A-CCA18C485BA8}"/>
              </a:ext>
            </a:extLst>
          </p:cNvPr>
          <p:cNvSpPr>
            <a:spLocks xmlns:a="http://schemas.openxmlformats.org/drawingml/2006/main" noGrp="1"/>
          </p:cNvSpPr>
          <p:nvPr/>
        </p:nvSpPr>
        <p:spPr>
          <a:xfrm xmlns:a="http://schemas.openxmlformats.org/drawingml/2006/main">
            <a:off x="3048000" y="4057650"/>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17221D"/>
                </a:solidFill>
                <a:latin typeface="PT Sans"/>
                <a:ea typeface="PT Sans"/>
                <a:cs typeface="PT Sans"/>
              </a:defRPr>
            </a:pPr>
            <a:r>
              <a:rPr sz="1350" b="0" i="0">
                <a:solidFill>
                  <a:srgbClr val="17221D"/>
                </a:solidFill>
                <a:latin typeface="PT Sans"/>
                <a:ea typeface="PT Sans"/>
                <a:cs typeface="PT Sans"/>
              </a:rPr>
              <a:t>5 + 1 сұрақ</a:t>
            </a:r>
          </a:p>
        </p:txBody>
      </p:sp>
      <p:sp>
        <p:nvSpPr>
          <p:cNvPr id="31" name="">
            <a:extLst xmlns:a="http://schemas.openxmlformats.org/drawingml/2006/main">
              <a:ext uri="{FF2B5EF4-FFF2-40B4-BE49-F238E27FC236}">
                <a16:creationId xmlns:a16="http://schemas.microsoft.com/office/drawing/2014/main" id="{1CE33423-B24B-4318-B565-842687D299DF}"/>
              </a:ext>
            </a:extLst>
          </p:cNvPr>
          <p:cNvSpPr>
            <a:spLocks xmlns:a="http://schemas.openxmlformats.org/drawingml/2006/main" noGrp="1"/>
          </p:cNvSpPr>
          <p:nvPr/>
        </p:nvSpPr>
        <p:spPr>
          <a:xfrm xmlns:a="http://schemas.openxmlformats.org/drawingml/2006/main">
            <a:off x="5048250" y="40386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68736C"/>
                </a:solidFill>
                <a:latin typeface="PT Sans"/>
                <a:ea typeface="PT Sans"/>
                <a:cs typeface="PT Sans"/>
              </a:defRPr>
            </a:pPr>
            <a:r>
              <a:rPr sz="1275" b="0" i="0">
                <a:solidFill>
                  <a:srgbClr val="68736C"/>
                </a:solidFill>
                <a:latin typeface="PT Sans"/>
                <a:ea typeface="PT Sans"/>
                <a:cs typeface="PT Sans"/>
              </a:rPr>
              <a:t>Likert шкаласы және ашық жауап</a:t>
            </a:r>
          </a:p>
        </p:txBody>
      </p:sp>
      <p:sp>
        <p:nvSpPr>
          <p:cNvPr id="32" name="">
            <a:extLst xmlns:a="http://schemas.openxmlformats.org/drawingml/2006/main">
              <a:ext uri="{FF2B5EF4-FFF2-40B4-BE49-F238E27FC236}">
                <a16:creationId xmlns:a16="http://schemas.microsoft.com/office/drawing/2014/main" id="{9CB67132-78C7-4B02-837F-52D41A3EACD0}"/>
              </a:ext>
            </a:extLst>
          </p:cNvPr>
          <p:cNvSpPr>
            <a:spLocks xmlns:a="http://schemas.openxmlformats.org/drawingml/2006/main" noGrp="1"/>
          </p:cNvSpPr>
          <p:nvPr/>
        </p:nvSpPr>
        <p:spPr>
          <a:xfrm xmlns:a="http://schemas.openxmlformats.org/drawingml/2006/main">
            <a:off x="9525000" y="40576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5–25</a:t>
            </a:r>
          </a:p>
        </p:txBody>
      </p:sp>
      <p:sp>
        <p:nvSpPr>
          <p:cNvPr id="33" name="">
            <a:extLst xmlns:a="http://schemas.openxmlformats.org/drawingml/2006/main">
              <a:ext uri="{FF2B5EF4-FFF2-40B4-BE49-F238E27FC236}">
                <a16:creationId xmlns:a16="http://schemas.microsoft.com/office/drawing/2014/main" id="{0BA9B675-1372-4ED0-8182-8A35F88A5B74}"/>
              </a:ext>
            </a:extLst>
          </p:cNvPr>
          <p:cNvSpPr>
            <a:spLocks xmlns:a="http://schemas.openxmlformats.org/drawingml/2006/main" noGrp="1"/>
          </p:cNvSpPr>
          <p:nvPr/>
        </p:nvSpPr>
        <p:spPr>
          <a:xfrm xmlns:a="http://schemas.openxmlformats.org/drawingml/2006/main">
            <a:off x="685800" y="4581525"/>
            <a:ext cx="10820400" cy="533400"/>
          </a:xfrm>
          <a:prstGeom xmlns:a="http://schemas.openxmlformats.org/drawingml/2006/main" prst="roundRect">
            <a:avLst>
              <a:gd name="adj" fmla="val 21429"/>
            </a:avLst>
          </a:prstGeom>
          <a:solidFill xmlns:a="http://schemas.openxmlformats.org/drawingml/2006/main">
            <a:srgbClr val="FBFCF7"/>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1B7264B-1935-4B30-AC35-307F76AB9B3F}"/>
              </a:ext>
            </a:extLst>
          </p:cNvPr>
          <p:cNvSpPr>
            <a:spLocks xmlns:a="http://schemas.openxmlformats.org/drawingml/2006/main" noGrp="1"/>
          </p:cNvSpPr>
          <p:nvPr/>
        </p:nvSpPr>
        <p:spPr>
          <a:xfrm xmlns:a="http://schemas.openxmlformats.org/drawingml/2006/main">
            <a:off x="685800" y="4581525"/>
            <a:ext cx="76200" cy="533400"/>
          </a:xfrm>
          <a:prstGeom xmlns:a="http://schemas.openxmlformats.org/drawingml/2006/main" prst="rect">
            <a:avLst/>
          </a:prstGeom>
          <a:solidFill xmlns:a="http://schemas.openxmlformats.org/drawingml/2006/main">
            <a:srgbClr val="8DE2C0"/>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A0C8DF1-9D1D-4576-81C0-6969590750F0}"/>
              </a:ext>
            </a:extLst>
          </p:cNvPr>
          <p:cNvSpPr>
            <a:spLocks xmlns:a="http://schemas.openxmlformats.org/drawingml/2006/main" noGrp="1"/>
          </p:cNvSpPr>
          <p:nvPr/>
        </p:nvSpPr>
        <p:spPr>
          <a:xfrm xmlns:a="http://schemas.openxmlformats.org/drawingml/2006/main">
            <a:off x="914400" y="4714875"/>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17221D"/>
                </a:solidFill>
                <a:latin typeface="PT Sans"/>
                <a:ea typeface="PT Sans"/>
                <a:cs typeface="PT Sans"/>
              </a:defRPr>
            </a:pPr>
            <a:r>
              <a:rPr sz="1500" b="1" i="0">
                <a:solidFill>
                  <a:srgbClr val="17221D"/>
                </a:solidFill>
                <a:latin typeface="PT Sans"/>
                <a:ea typeface="PT Sans"/>
                <a:cs typeface="PT Sans"/>
              </a:rPr>
              <a:t>Process data</a:t>
            </a:r>
          </a:p>
        </p:txBody>
      </p:sp>
      <p:sp>
        <p:nvSpPr>
          <p:cNvPr id="36" name="">
            <a:extLst xmlns:a="http://schemas.openxmlformats.org/drawingml/2006/main">
              <a:ext uri="{FF2B5EF4-FFF2-40B4-BE49-F238E27FC236}">
                <a16:creationId xmlns:a16="http://schemas.microsoft.com/office/drawing/2014/main" id="{A36BC423-1975-4F0D-AB99-AC5B4B5C3230}"/>
              </a:ext>
            </a:extLst>
          </p:cNvPr>
          <p:cNvSpPr>
            <a:spLocks xmlns:a="http://schemas.openxmlformats.org/drawingml/2006/main" noGrp="1"/>
          </p:cNvSpPr>
          <p:nvPr/>
        </p:nvSpPr>
        <p:spPr>
          <a:xfrm xmlns:a="http://schemas.openxmlformats.org/drawingml/2006/main">
            <a:off x="3048000" y="4714875"/>
            <a:ext cx="1752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17221D"/>
                </a:solidFill>
                <a:latin typeface="PT Sans"/>
                <a:ea typeface="PT Sans"/>
                <a:cs typeface="PT Sans"/>
              </a:defRPr>
            </a:pPr>
            <a:r>
              <a:rPr sz="1350" b="0" i="0">
                <a:solidFill>
                  <a:srgbClr val="17221D"/>
                </a:solidFill>
                <a:latin typeface="PT Sans"/>
                <a:ea typeface="PT Sans"/>
                <a:cs typeface="PT Sans"/>
              </a:rPr>
              <a:t>Әр сессия</a:t>
            </a:r>
          </a:p>
        </p:txBody>
      </p:sp>
      <p:sp>
        <p:nvSpPr>
          <p:cNvPr id="37" name="">
            <a:extLst xmlns:a="http://schemas.openxmlformats.org/drawingml/2006/main">
              <a:ext uri="{FF2B5EF4-FFF2-40B4-BE49-F238E27FC236}">
                <a16:creationId xmlns:a16="http://schemas.microsoft.com/office/drawing/2014/main" id="{ADD0768B-4AC5-4209-AB7B-D652452D72BD}"/>
              </a:ext>
            </a:extLst>
          </p:cNvPr>
          <p:cNvSpPr>
            <a:spLocks xmlns:a="http://schemas.openxmlformats.org/drawingml/2006/main" noGrp="1"/>
          </p:cNvSpPr>
          <p:nvPr/>
        </p:nvSpPr>
        <p:spPr>
          <a:xfrm xmlns:a="http://schemas.openxmlformats.org/drawingml/2006/main">
            <a:off x="5048250" y="469582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68736C"/>
                </a:solidFill>
                <a:latin typeface="PT Sans"/>
                <a:ea typeface="PT Sans"/>
                <a:cs typeface="PT Sans"/>
              </a:defRPr>
            </a:pPr>
            <a:r>
              <a:rPr sz="1275" b="0" i="0">
                <a:solidFill>
                  <a:srgbClr val="68736C"/>
                </a:solidFill>
                <a:latin typeface="PT Sans"/>
                <a:ea typeface="PT Sans"/>
                <a:cs typeface="PT Sans"/>
              </a:rPr>
              <a:t>First attempt, retry, active time, completion</a:t>
            </a:r>
          </a:p>
        </p:txBody>
      </p:sp>
      <p:sp>
        <p:nvSpPr>
          <p:cNvPr id="38" name="">
            <a:extLst xmlns:a="http://schemas.openxmlformats.org/drawingml/2006/main">
              <a:ext uri="{FF2B5EF4-FFF2-40B4-BE49-F238E27FC236}">
                <a16:creationId xmlns:a16="http://schemas.microsoft.com/office/drawing/2014/main" id="{F33650F2-3C81-4E1C-B02C-F24C648F62B4}"/>
              </a:ext>
            </a:extLst>
          </p:cNvPr>
          <p:cNvSpPr>
            <a:spLocks xmlns:a="http://schemas.openxmlformats.org/drawingml/2006/main" noGrp="1"/>
          </p:cNvSpPr>
          <p:nvPr/>
        </p:nvSpPr>
        <p:spPr>
          <a:xfrm xmlns:a="http://schemas.openxmlformats.org/drawingml/2006/main">
            <a:off x="9525000" y="47148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17221D"/>
                </a:solidFill>
                <a:latin typeface="PT Sans"/>
                <a:ea typeface="PT Sans"/>
                <a:cs typeface="PT Sans"/>
              </a:defRPr>
            </a:pPr>
            <a:r>
              <a:rPr sz="1425" b="1" i="0">
                <a:solidFill>
                  <a:srgbClr val="17221D"/>
                </a:solidFill>
                <a:latin typeface="PT Sans"/>
                <a:ea typeface="PT Sans"/>
                <a:cs typeface="PT Sans"/>
              </a:rPr>
              <a:t>сипаттама</a:t>
            </a:r>
          </a:p>
        </p:txBody>
      </p:sp>
      <p:sp>
        <p:nvSpPr>
          <p:cNvPr id="39" name="">
            <a:extLst xmlns:a="http://schemas.openxmlformats.org/drawingml/2006/main">
              <a:ext uri="{FF2B5EF4-FFF2-40B4-BE49-F238E27FC236}">
                <a16:creationId xmlns:a16="http://schemas.microsoft.com/office/drawing/2014/main" id="{BE495FD0-3DBD-41F2-ABD0-9E19C38C1544}"/>
              </a:ext>
            </a:extLst>
          </p:cNvPr>
          <p:cNvSpPr>
            <a:spLocks xmlns:a="http://schemas.openxmlformats.org/drawingml/2006/main" noGrp="1"/>
          </p:cNvSpPr>
          <p:nvPr/>
        </p:nvSpPr>
        <p:spPr>
          <a:xfrm xmlns:a="http://schemas.openxmlformats.org/drawingml/2006/main">
            <a:off x="685800" y="5410200"/>
            <a:ext cx="4381500" cy="742950"/>
          </a:xfrm>
          <a:prstGeom xmlns:a="http://schemas.openxmlformats.org/drawingml/2006/main" prst="roundRect">
            <a:avLst>
              <a:gd name="adj" fmla="val 23077"/>
            </a:avLst>
          </a:prstGeom>
          <a:solidFill xmlns:a="http://schemas.openxmlformats.org/drawingml/2006/main">
            <a:srgbClr val="101915"/>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BC3DA18-7BB5-487D-AC42-2D17B6236910}"/>
              </a:ext>
            </a:extLst>
          </p:cNvPr>
          <p:cNvSpPr>
            <a:spLocks xmlns:a="http://schemas.openxmlformats.org/drawingml/2006/main" noGrp="1"/>
          </p:cNvSpPr>
          <p:nvPr/>
        </p:nvSpPr>
        <p:spPr>
          <a:xfrm xmlns:a="http://schemas.openxmlformats.org/drawingml/2006/main">
            <a:off x="914400" y="5600700"/>
            <a:ext cx="392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D8FF63"/>
                </a:solidFill>
                <a:latin typeface="PT Sans"/>
                <a:ea typeface="PT Sans"/>
                <a:cs typeface="PT Sans"/>
              </a:defRPr>
            </a:pPr>
            <a:r>
              <a:rPr sz="1650" b="1" i="0">
                <a:solidFill>
                  <a:srgbClr val="D8FF63"/>
                </a:solidFill>
                <a:latin typeface="PT Sans"/>
                <a:ea typeface="PT Sans"/>
                <a:cs typeface="PT Sans"/>
              </a:rPr>
              <a:t>Жеке өсім = post-test − pre-test</a:t>
            </a:r>
          </a:p>
        </p:txBody>
      </p:sp>
      <p:sp>
        <p:nvSpPr>
          <p:cNvPr id="41" name="">
            <a:extLst xmlns:a="http://schemas.openxmlformats.org/drawingml/2006/main">
              <a:ext uri="{FF2B5EF4-FFF2-40B4-BE49-F238E27FC236}">
                <a16:creationId xmlns:a16="http://schemas.microsoft.com/office/drawing/2014/main" id="{E9324780-1F11-491A-BDBE-EB9911F51373}"/>
              </a:ext>
            </a:extLst>
          </p:cNvPr>
          <p:cNvSpPr>
            <a:spLocks xmlns:a="http://schemas.openxmlformats.org/drawingml/2006/main" noGrp="1"/>
          </p:cNvSpPr>
          <p:nvPr/>
        </p:nvSpPr>
        <p:spPr>
          <a:xfrm xmlns:a="http://schemas.openxmlformats.org/drawingml/2006/main">
            <a:off x="5314950" y="5410200"/>
            <a:ext cx="6191250" cy="742950"/>
          </a:xfrm>
          <a:prstGeom xmlns:a="http://schemas.openxmlformats.org/drawingml/2006/main" prst="roundRect">
            <a:avLst>
              <a:gd name="adj" fmla="val 23077"/>
            </a:avLst>
          </a:prstGeom>
          <a:solidFill xmlns:a="http://schemas.openxmlformats.org/drawingml/2006/main">
            <a:srgbClr val="E2E9D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0F25CBE-8A7C-4321-BBD5-2D01EEB5DF82}"/>
              </a:ext>
            </a:extLst>
          </p:cNvPr>
          <p:cNvSpPr>
            <a:spLocks xmlns:a="http://schemas.openxmlformats.org/drawingml/2006/main" noGrp="1"/>
          </p:cNvSpPr>
          <p:nvPr/>
        </p:nvSpPr>
        <p:spPr>
          <a:xfrm xmlns:a="http://schemas.openxmlformats.org/drawingml/2006/main">
            <a:off x="5543550" y="5524500"/>
            <a:ext cx="5734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17221D"/>
                </a:solidFill>
                <a:latin typeface="PT Sans"/>
                <a:ea typeface="PT Sans"/>
                <a:cs typeface="PT Sans"/>
              </a:defRPr>
            </a:pPr>
            <a:r>
              <a:rPr sz="1500" b="1" i="0">
                <a:solidFill>
                  <a:srgbClr val="17221D"/>
                </a:solidFill>
                <a:latin typeface="PT Sans"/>
                <a:ea typeface="PT Sans"/>
                <a:cs typeface="PT Sans"/>
              </a:rPr>
              <a:t>Болжам екі топтың жағдайы салыстырмалы болғанда SONORA тобы жоғары әрі тұрақты өсім көрсетсе ғана қолдау табады</a:t>
            </a:r>
          </a:p>
        </p:txBody>
      </p:sp>
      <p:sp>
        <p:nvSpPr>
          <p:cNvPr id="43" name="">
            <a:extLst xmlns:a="http://schemas.openxmlformats.org/drawingml/2006/main">
              <a:ext uri="{FF2B5EF4-FFF2-40B4-BE49-F238E27FC236}">
                <a16:creationId xmlns:a16="http://schemas.microsoft.com/office/drawing/2014/main" id="{C26AB930-D351-4D8A-A653-74742F5A7B9A}"/>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8A938D"/>
                </a:solidFill>
                <a:latin typeface="PT Sans"/>
                <a:ea typeface="PT Sans"/>
                <a:cs typeface="PT Sans"/>
              </a:defRPr>
            </a:pPr>
            <a:r>
              <a:rPr sz="975" b="1" i="0">
                <a:solidFill>
                  <a:srgbClr val="8A938D"/>
                </a:solidFill>
                <a:latin typeface="PT Sans"/>
                <a:ea typeface="PT Sans"/>
                <a:cs typeface="PT Sans"/>
              </a:rPr>
              <a:t>SONORA · ҒЫЛЫМИ ЖОБА</a:t>
            </a:r>
          </a:p>
        </p:txBody>
      </p:sp>
      <p:sp>
        <p:nvSpPr>
          <p:cNvPr id="44" name="">
            <a:extLst xmlns:a="http://schemas.openxmlformats.org/drawingml/2006/main">
              <a:ext uri="{FF2B5EF4-FFF2-40B4-BE49-F238E27FC236}">
                <a16:creationId xmlns:a16="http://schemas.microsoft.com/office/drawing/2014/main" id="{9EC21963-4733-4369-A279-9F676CF76981}"/>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8A938D"/>
                </a:solidFill>
                <a:latin typeface="PT Sans"/>
                <a:ea typeface="PT Sans"/>
                <a:cs typeface="PT Sans"/>
              </a:defRPr>
            </a:pPr>
            <a:r>
              <a:rPr sz="975" b="0" i="0">
                <a:solidFill>
                  <a:srgbClr val="8A938D"/>
                </a:solidFill>
                <a:latin typeface="PT Sans"/>
                <a:ea typeface="PT Sans"/>
                <a:cs typeface="PT Sans"/>
              </a:rPr>
              <a:t>10 / 12</a:t>
            </a:r>
          </a:p>
        </p:txBody>
      </p:sp>
    </p:spTree>
    <p:extLst>
      <p:ext uri="{BB962C8B-B14F-4D97-AF65-F5344CB8AC3E}">
        <p14:creationId xmlns:p14="http://schemas.microsoft.com/office/powerpoint/2010/main" val="1044072945"/>
      </p:ext>
    </p:extLst>
  </p:cSld>
</p:sld>
</file>

<file path=ppt/slides/slide11.xml><?xml version="1.0" encoding="utf-8"?>
<p:sld xmlns:p="http://schemas.openxmlformats.org/presentationml/2006/main">
  <p:cSld>
    <p:bg>
      <p:bgPr>
        <a:solidFill xmlns:a="http://schemas.openxmlformats.org/drawingml/2006/main">
          <a:srgbClr val="08100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B317520-2084-4FEF-BE6C-536C77CAB2C0}"/>
              </a:ext>
            </a:extLst>
          </p:cNvPr>
          <p:cNvSpPr>
            <a:spLocks xmlns:a="http://schemas.openxmlformats.org/drawingml/2006/main" noGrp="1"/>
          </p:cNvSpPr>
          <p:nvPr/>
        </p:nvSpPr>
        <p:spPr>
          <a:xfrm xmlns:a="http://schemas.openxmlformats.org/drawingml/2006/main">
            <a:off x="685800" y="4191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25" b="1" i="0">
                <a:solidFill>
                  <a:srgbClr val="FBFCF7"/>
                </a:solidFill>
                <a:latin typeface="PT Sans"/>
                <a:ea typeface="PT Sans"/>
                <a:cs typeface="PT Sans"/>
              </a:defRPr>
            </a:pPr>
            <a:r>
              <a:rPr sz="3225" b="1" i="0">
                <a:solidFill>
                  <a:srgbClr val="FBFCF7"/>
                </a:solidFill>
                <a:latin typeface="PT Sans"/>
                <a:ea typeface="PT Sans"/>
                <a:cs typeface="PT Sans"/>
              </a:rPr>
              <a:t>Этика және ғылыми адалдық</a:t>
            </a:r>
          </a:p>
        </p:txBody>
      </p:sp>
      <p:sp>
        <p:nvSpPr>
          <p:cNvPr id="2" name="">
            <a:extLst xmlns:a="http://schemas.openxmlformats.org/drawingml/2006/main">
              <a:ext uri="{FF2B5EF4-FFF2-40B4-BE49-F238E27FC236}">
                <a16:creationId xmlns:a16="http://schemas.microsoft.com/office/drawing/2014/main" id="{F155131C-1B5A-4EC5-9254-8B7F53090F26}"/>
              </a:ext>
            </a:extLst>
          </p:cNvPr>
          <p:cNvSpPr>
            <a:spLocks xmlns:a="http://schemas.openxmlformats.org/drawingml/2006/main" noGrp="1"/>
          </p:cNvSpPr>
          <p:nvPr/>
        </p:nvSpPr>
        <p:spPr>
          <a:xfrm xmlns:a="http://schemas.openxmlformats.org/drawingml/2006/main">
            <a:off x="704850" y="9429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AAB5AE"/>
                </a:solidFill>
                <a:latin typeface="PT Sans"/>
                <a:ea typeface="PT Sans"/>
                <a:cs typeface="PT Sans"/>
              </a:defRPr>
            </a:pPr>
            <a:r>
              <a:rPr sz="1350" b="0" i="0">
                <a:solidFill>
                  <a:srgbClr val="AAB5AE"/>
                </a:solidFill>
                <a:latin typeface="PT Sans"/>
                <a:ea typeface="PT Sans"/>
                <a:cs typeface="PT Sans"/>
              </a:rPr>
              <a:t>Ethics and scientific integrity</a:t>
            </a:r>
          </a:p>
        </p:txBody>
      </p:sp>
      <p:sp>
        <p:nvSpPr>
          <p:cNvPr id="3" name="">
            <a:extLst xmlns:a="http://schemas.openxmlformats.org/drawingml/2006/main">
              <a:ext uri="{FF2B5EF4-FFF2-40B4-BE49-F238E27FC236}">
                <a16:creationId xmlns:a16="http://schemas.microsoft.com/office/drawing/2014/main" id="{CE07A7F3-69F4-4003-B81B-6961259D7ADB}"/>
              </a:ext>
            </a:extLst>
          </p:cNvPr>
          <p:cNvSpPr>
            <a:spLocks xmlns:a="http://schemas.openxmlformats.org/drawingml/2006/main" noGrp="1"/>
          </p:cNvSpPr>
          <p:nvPr/>
        </p:nvSpPr>
        <p:spPr>
          <a:xfrm xmlns:a="http://schemas.openxmlformats.org/drawingml/2006/main">
            <a:off x="11087100" y="514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i="0">
                <a:solidFill>
                  <a:srgbClr val="D8FF63"/>
                </a:solidFill>
                <a:latin typeface="PT Sans"/>
                <a:ea typeface="PT Sans"/>
                <a:cs typeface="PT Sans"/>
              </a:defRPr>
            </a:pPr>
            <a:r>
              <a:rPr sz="1425" b="1" i="0">
                <a:solidFill>
                  <a:srgbClr val="D8FF63"/>
                </a:solidFill>
                <a:latin typeface="PT Sans"/>
                <a:ea typeface="PT Sans"/>
                <a:cs typeface="PT Sans"/>
              </a:rPr>
              <a:t>11</a:t>
            </a:r>
          </a:p>
        </p:txBody>
      </p:sp>
      <p:sp>
        <p:nvSpPr>
          <p:cNvPr id="4" name="">
            <a:extLst xmlns:a="http://schemas.openxmlformats.org/drawingml/2006/main">
              <a:ext uri="{FF2B5EF4-FFF2-40B4-BE49-F238E27FC236}">
                <a16:creationId xmlns:a16="http://schemas.microsoft.com/office/drawing/2014/main" id="{E73B35E5-C2AB-430D-9FE4-27ACB4D230DB}"/>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2B3730"/>
            </a:solidFill>
            <a:prstDash val="solid"/>
          </a:ln>
        </p:spPr>
      </p:sp>
      <p:sp>
        <p:nvSpPr>
          <p:cNvPr id="5" name="">
            <a:extLst xmlns:a="http://schemas.openxmlformats.org/drawingml/2006/main">
              <a:ext uri="{FF2B5EF4-FFF2-40B4-BE49-F238E27FC236}">
                <a16:creationId xmlns:a16="http://schemas.microsoft.com/office/drawing/2014/main" id="{B8DC0E94-424E-48C3-97A0-445A00DB5E77}"/>
              </a:ext>
            </a:extLst>
          </p:cNvPr>
          <p:cNvSpPr>
            <a:spLocks xmlns:a="http://schemas.openxmlformats.org/drawingml/2006/main" noGrp="1"/>
          </p:cNvSpPr>
          <p:nvPr/>
        </p:nvSpPr>
        <p:spPr>
          <a:xfrm xmlns:a="http://schemas.openxmlformats.org/drawingml/2006/main">
            <a:off x="685800" y="15430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1" i="0">
                <a:solidFill>
                  <a:srgbClr val="FF8B7A"/>
                </a:solidFill>
                <a:latin typeface="PT Sans"/>
                <a:ea typeface="PT Sans"/>
                <a:cs typeface="PT Sans"/>
              </a:defRPr>
            </a:pPr>
            <a:r>
              <a:rPr sz="2625" b="1" i="0">
                <a:solidFill>
                  <a:srgbClr val="FF8B7A"/>
                </a:solidFill>
                <a:latin typeface="PT Sans"/>
                <a:ea typeface="PT Sans"/>
                <a:cs typeface="PT Sans"/>
              </a:rPr>
              <a:t>ДЕМО ДЕРЕК ҒЫЛЫМИ НӘТИЖЕ ЕМЕС</a:t>
            </a:r>
          </a:p>
        </p:txBody>
      </p:sp>
      <p:sp>
        <p:nvSpPr>
          <p:cNvPr id="6" name="">
            <a:extLst xmlns:a="http://schemas.openxmlformats.org/drawingml/2006/main">
              <a:ext uri="{FF2B5EF4-FFF2-40B4-BE49-F238E27FC236}">
                <a16:creationId xmlns:a16="http://schemas.microsoft.com/office/drawing/2014/main" id="{A9ECD0EC-1202-42A4-922D-21210D328A12}"/>
              </a:ext>
            </a:extLst>
          </p:cNvPr>
          <p:cNvSpPr>
            <a:spLocks xmlns:a="http://schemas.openxmlformats.org/drawingml/2006/main" noGrp="1"/>
          </p:cNvSpPr>
          <p:nvPr/>
        </p:nvSpPr>
        <p:spPr>
          <a:xfrm xmlns:a="http://schemas.openxmlformats.org/drawingml/2006/main">
            <a:off x="685800" y="2495550"/>
            <a:ext cx="4324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AAB5AE"/>
                </a:solidFill>
                <a:latin typeface="PT Sans"/>
                <a:ea typeface="PT Sans"/>
                <a:cs typeface="PT Sans"/>
              </a:defRPr>
            </a:pPr>
            <a:r>
              <a:rPr sz="1575" b="0" i="0">
                <a:solidFill>
                  <a:srgbClr val="AAB5AE"/>
                </a:solidFill>
                <a:latin typeface="PT Sans"/>
                <a:ea typeface="PT Sans"/>
                <a:cs typeface="PT Sans"/>
              </a:rPr>
              <a:t>Панельдегі +15,2 және басқа сандар интерфейсті тексеруге арналған синтетикалық үлгі.</a:t>
            </a:r>
          </a:p>
        </p:txBody>
      </p:sp>
      <p:sp>
        <p:nvSpPr>
          <p:cNvPr id="7" name="">
            <a:extLst xmlns:a="http://schemas.openxmlformats.org/drawingml/2006/main">
              <a:ext uri="{FF2B5EF4-FFF2-40B4-BE49-F238E27FC236}">
                <a16:creationId xmlns:a16="http://schemas.microsoft.com/office/drawing/2014/main" id="{663BA358-0F59-45AE-BCB8-A4A28AE76BC7}"/>
              </a:ext>
            </a:extLst>
          </p:cNvPr>
          <p:cNvSpPr>
            <a:spLocks xmlns:a="http://schemas.openxmlformats.org/drawingml/2006/main" noGrp="1"/>
          </p:cNvSpPr>
          <p:nvPr/>
        </p:nvSpPr>
        <p:spPr>
          <a:xfrm xmlns:a="http://schemas.openxmlformats.org/drawingml/2006/main">
            <a:off x="742950" y="3695700"/>
            <a:ext cx="85725" cy="85725"/>
          </a:xfrm>
          <a:prstGeom xmlns:a="http://schemas.openxmlformats.org/drawingml/2006/main" prst="ellipse">
            <a:avLst/>
          </a:prstGeom>
          <a:solidFill xmlns:a="http://schemas.openxmlformats.org/drawingml/2006/main">
            <a:srgbClr val="D8FF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C82A3C3-8C5E-4846-B419-019D0091FCBD}"/>
              </a:ext>
            </a:extLst>
          </p:cNvPr>
          <p:cNvSpPr>
            <a:spLocks xmlns:a="http://schemas.openxmlformats.org/drawingml/2006/main" noGrp="1"/>
          </p:cNvSpPr>
          <p:nvPr/>
        </p:nvSpPr>
        <p:spPr>
          <a:xfrm xmlns:a="http://schemas.openxmlformats.org/drawingml/2006/main">
            <a:off x="952500" y="3619500"/>
            <a:ext cx="4038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FBFCF7"/>
                </a:solidFill>
                <a:latin typeface="PT Sans"/>
                <a:ea typeface="PT Sans"/>
                <a:cs typeface="PT Sans"/>
              </a:defRPr>
            </a:pPr>
            <a:r>
              <a:rPr sz="1500" b="0" i="0">
                <a:solidFill>
                  <a:srgbClr val="FBFCF7"/>
                </a:solidFill>
                <a:latin typeface="PT Sans"/>
                <a:ea typeface="PT Sans"/>
                <a:cs typeface="PT Sans"/>
              </a:rPr>
              <a:t>Ата-ана немесе қамқоршы келісімі</a:t>
            </a:r>
          </a:p>
        </p:txBody>
      </p:sp>
      <p:sp>
        <p:nvSpPr>
          <p:cNvPr id="9" name="">
            <a:extLst xmlns:a="http://schemas.openxmlformats.org/drawingml/2006/main">
              <a:ext uri="{FF2B5EF4-FFF2-40B4-BE49-F238E27FC236}">
                <a16:creationId xmlns:a16="http://schemas.microsoft.com/office/drawing/2014/main" id="{BEAF0A5A-AFCE-486B-AA82-9AEB1FEFDE34}"/>
              </a:ext>
            </a:extLst>
          </p:cNvPr>
          <p:cNvSpPr>
            <a:spLocks xmlns:a="http://schemas.openxmlformats.org/drawingml/2006/main" noGrp="1"/>
          </p:cNvSpPr>
          <p:nvPr/>
        </p:nvSpPr>
        <p:spPr>
          <a:xfrm xmlns:a="http://schemas.openxmlformats.org/drawingml/2006/main">
            <a:off x="742950" y="4191000"/>
            <a:ext cx="85725" cy="85725"/>
          </a:xfrm>
          <a:prstGeom xmlns:a="http://schemas.openxmlformats.org/drawingml/2006/main" prst="ellipse">
            <a:avLst/>
          </a:prstGeom>
          <a:solidFill xmlns:a="http://schemas.openxmlformats.org/drawingml/2006/main">
            <a:srgbClr val="83B6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C98491-8B46-4C68-B7F7-0EBE64EADC92}"/>
              </a:ext>
            </a:extLst>
          </p:cNvPr>
          <p:cNvSpPr>
            <a:spLocks xmlns:a="http://schemas.openxmlformats.org/drawingml/2006/main" noGrp="1"/>
          </p:cNvSpPr>
          <p:nvPr/>
        </p:nvSpPr>
        <p:spPr>
          <a:xfrm xmlns:a="http://schemas.openxmlformats.org/drawingml/2006/main">
            <a:off x="952500" y="4114800"/>
            <a:ext cx="4038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FBFCF7"/>
                </a:solidFill>
                <a:latin typeface="PT Sans"/>
                <a:ea typeface="PT Sans"/>
                <a:cs typeface="PT Sans"/>
              </a:defRPr>
            </a:pPr>
            <a:r>
              <a:rPr sz="1500" b="0" i="0">
                <a:solidFill>
                  <a:srgbClr val="FBFCF7"/>
                </a:solidFill>
                <a:latin typeface="PT Sans"/>
                <a:ea typeface="PT Sans"/>
                <a:cs typeface="PT Sans"/>
              </a:rPr>
              <a:t>Есімнің орнына қатысушы коды</a:t>
            </a:r>
          </a:p>
        </p:txBody>
      </p:sp>
      <p:sp>
        <p:nvSpPr>
          <p:cNvPr id="11" name="">
            <a:extLst xmlns:a="http://schemas.openxmlformats.org/drawingml/2006/main">
              <a:ext uri="{FF2B5EF4-FFF2-40B4-BE49-F238E27FC236}">
                <a16:creationId xmlns:a16="http://schemas.microsoft.com/office/drawing/2014/main" id="{214D1CEE-1E85-45A9-8517-6CA09E77DE0B}"/>
              </a:ext>
            </a:extLst>
          </p:cNvPr>
          <p:cNvSpPr>
            <a:spLocks xmlns:a="http://schemas.openxmlformats.org/drawingml/2006/main" noGrp="1"/>
          </p:cNvSpPr>
          <p:nvPr/>
        </p:nvSpPr>
        <p:spPr>
          <a:xfrm xmlns:a="http://schemas.openxmlformats.org/drawingml/2006/main">
            <a:off x="742950" y="4686300"/>
            <a:ext cx="85725" cy="85725"/>
          </a:xfrm>
          <a:prstGeom xmlns:a="http://schemas.openxmlformats.org/drawingml/2006/main" prst="ellipse">
            <a:avLst/>
          </a:prstGeom>
          <a:solidFill xmlns:a="http://schemas.openxmlformats.org/drawingml/2006/main">
            <a:srgbClr val="B69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FEF11DA-F42A-43F1-A779-3CF2F4C64C0B}"/>
              </a:ext>
            </a:extLst>
          </p:cNvPr>
          <p:cNvSpPr>
            <a:spLocks xmlns:a="http://schemas.openxmlformats.org/drawingml/2006/main" noGrp="1"/>
          </p:cNvSpPr>
          <p:nvPr/>
        </p:nvSpPr>
        <p:spPr>
          <a:xfrm xmlns:a="http://schemas.openxmlformats.org/drawingml/2006/main">
            <a:off x="952500" y="4610100"/>
            <a:ext cx="4038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FBFCF7"/>
                </a:solidFill>
                <a:latin typeface="PT Sans"/>
                <a:ea typeface="PT Sans"/>
                <a:cs typeface="PT Sans"/>
              </a:defRPr>
            </a:pPr>
            <a:r>
              <a:rPr sz="1500" b="0" i="0">
                <a:solidFill>
                  <a:srgbClr val="FBFCF7"/>
                </a:solidFill>
                <a:latin typeface="PT Sans"/>
                <a:ea typeface="PT Sans"/>
                <a:cs typeface="PT Sans"/>
              </a:rPr>
              <a:t>Тек қысқа ән үзінділері</a:t>
            </a:r>
          </a:p>
        </p:txBody>
      </p:sp>
      <p:sp>
        <p:nvSpPr>
          <p:cNvPr id="13" name="">
            <a:extLst xmlns:a="http://schemas.openxmlformats.org/drawingml/2006/main">
              <a:ext uri="{FF2B5EF4-FFF2-40B4-BE49-F238E27FC236}">
                <a16:creationId xmlns:a16="http://schemas.microsoft.com/office/drawing/2014/main" id="{56E273A1-4321-432E-8701-5ACFE197E755}"/>
              </a:ext>
            </a:extLst>
          </p:cNvPr>
          <p:cNvSpPr>
            <a:spLocks xmlns:a="http://schemas.openxmlformats.org/drawingml/2006/main" noGrp="1"/>
          </p:cNvSpPr>
          <p:nvPr/>
        </p:nvSpPr>
        <p:spPr>
          <a:xfrm xmlns:a="http://schemas.openxmlformats.org/drawingml/2006/main">
            <a:off x="742950" y="5181600"/>
            <a:ext cx="85725" cy="85725"/>
          </a:xfrm>
          <a:prstGeom xmlns:a="http://schemas.openxmlformats.org/drawingml/2006/main" prst="ellipse">
            <a:avLst/>
          </a:prstGeom>
          <a:solidFill xmlns:a="http://schemas.openxmlformats.org/drawingml/2006/main">
            <a:srgbClr val="8DE2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8545AE-035F-48E5-89F7-C6B6FEE2BF98}"/>
              </a:ext>
            </a:extLst>
          </p:cNvPr>
          <p:cNvSpPr>
            <a:spLocks xmlns:a="http://schemas.openxmlformats.org/drawingml/2006/main" noGrp="1"/>
          </p:cNvSpPr>
          <p:nvPr/>
        </p:nvSpPr>
        <p:spPr>
          <a:xfrm xmlns:a="http://schemas.openxmlformats.org/drawingml/2006/main">
            <a:off x="952500" y="5105400"/>
            <a:ext cx="4038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FBFCF7"/>
                </a:solidFill>
                <a:latin typeface="PT Sans"/>
                <a:ea typeface="PT Sans"/>
                <a:cs typeface="PT Sans"/>
              </a:defRPr>
            </a:pPr>
            <a:r>
              <a:rPr sz="1500" b="0" i="0">
                <a:solidFill>
                  <a:srgbClr val="FBFCF7"/>
                </a:solidFill>
                <a:latin typeface="PT Sans"/>
                <a:ea typeface="PT Sans"/>
                <a:cs typeface="PT Sans"/>
              </a:rPr>
              <a:t>AI контентін мұғалім тексереді</a:t>
            </a:r>
          </a:p>
        </p:txBody>
      </p:sp>
      <p:sp>
        <p:nvSpPr>
          <p:cNvPr id="15" name="">
            <a:extLst xmlns:a="http://schemas.openxmlformats.org/drawingml/2006/main">
              <a:ext uri="{FF2B5EF4-FFF2-40B4-BE49-F238E27FC236}">
                <a16:creationId xmlns:a16="http://schemas.microsoft.com/office/drawing/2014/main" id="{08550784-4B86-45B9-BCCA-2506ACE1972C}"/>
              </a:ext>
            </a:extLst>
          </p:cNvPr>
          <p:cNvSpPr>
            <a:spLocks xmlns:a="http://schemas.openxmlformats.org/drawingml/2006/main" noGrp="1"/>
          </p:cNvSpPr>
          <p:nvPr/>
        </p:nvSpPr>
        <p:spPr>
          <a:xfrm xmlns:a="http://schemas.openxmlformats.org/drawingml/2006/main">
            <a:off x="5238750" y="1514475"/>
            <a:ext cx="6334125" cy="4572000"/>
          </a:xfrm>
          <a:prstGeom xmlns:a="http://schemas.openxmlformats.org/drawingml/2006/main" prst="roundRect">
            <a:avLst>
              <a:gd name="adj" fmla="val 5833"/>
            </a:avLst>
          </a:prstGeom>
          <a:solidFill xmlns:a="http://schemas.openxmlformats.org/drawingml/2006/main">
            <a:srgbClr val="243029"/>
          </a:solidFill>
          <a:ln xmlns:a="http://schemas.openxmlformats.org/drawingml/2006/main" w="9525">
            <a:solidFill>
              <a:srgbClr val="34443A"/>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b1443ff7dd247ca"/>
          <a:srcRect xmlns:a="http://schemas.openxmlformats.org/drawingml/2006/main" l="6449" t="0" r="6449" b="0"/>
          <a:stretch xmlns:a="http://schemas.openxmlformats.org/drawingml/2006/main">
            <a:fillRect l="0" t="0" r="0" b="0"/>
          </a:stretch>
        </p:blipFill>
        <p:spPr>
          <a:xfrm xmlns:a="http://schemas.openxmlformats.org/drawingml/2006/main">
            <a:off x="5286375" y="1562100"/>
            <a:ext cx="6238875" cy="4476750"/>
          </a:xfrm>
          <a:prstGeom xmlns:a="http://schemas.openxmlformats.org/drawingml/2006/main" prst="roundRect">
            <a:avLst>
              <a:gd name="adj" fmla="val 5106"/>
            </a:avLst>
          </a:prstGeom>
        </p:spPr>
      </p:pic>
      <p:sp>
        <p:nvSpPr>
          <p:cNvPr id="17" name="">
            <a:extLst xmlns:a="http://schemas.openxmlformats.org/drawingml/2006/main">
              <a:ext uri="{FF2B5EF4-FFF2-40B4-BE49-F238E27FC236}">
                <a16:creationId xmlns:a16="http://schemas.microsoft.com/office/drawing/2014/main" id="{47304674-548B-4DA7-BAFC-6B632C53A883}"/>
              </a:ext>
            </a:extLst>
          </p:cNvPr>
          <p:cNvSpPr>
            <a:spLocks xmlns:a="http://schemas.openxmlformats.org/drawingml/2006/main" noGrp="1"/>
          </p:cNvSpPr>
          <p:nvPr/>
        </p:nvSpPr>
        <p:spPr>
          <a:xfrm xmlns:a="http://schemas.openxmlformats.org/drawingml/2006/main">
            <a:off x="6572250" y="5543550"/>
            <a:ext cx="3714750" cy="419100"/>
          </a:xfrm>
          <a:prstGeom xmlns:a="http://schemas.openxmlformats.org/drawingml/2006/main" prst="roundRect">
            <a:avLst>
              <a:gd name="adj" fmla="val 31818"/>
            </a:avLst>
          </a:prstGeom>
          <a:solidFill xmlns:a="http://schemas.openxmlformats.org/drawingml/2006/main">
            <a:srgbClr val="FF8B7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C4F6893-5FE9-4808-836D-E485FB2BB300}"/>
              </a:ext>
            </a:extLst>
          </p:cNvPr>
          <p:cNvSpPr>
            <a:spLocks xmlns:a="http://schemas.openxmlformats.org/drawingml/2006/main" noGrp="1"/>
          </p:cNvSpPr>
          <p:nvPr/>
        </p:nvSpPr>
        <p:spPr>
          <a:xfrm xmlns:a="http://schemas.openxmlformats.org/drawingml/2006/main">
            <a:off x="6724650" y="5648325"/>
            <a:ext cx="3409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i="0">
                <a:solidFill>
                  <a:srgbClr val="08100D"/>
                </a:solidFill>
                <a:latin typeface="PT Sans"/>
                <a:ea typeface="PT Sans"/>
                <a:cs typeface="PT Sans"/>
              </a:defRPr>
            </a:pPr>
            <a:r>
              <a:rPr sz="1125" b="1" i="0">
                <a:solidFill>
                  <a:srgbClr val="08100D"/>
                </a:solidFill>
                <a:latin typeface="PT Sans"/>
                <a:ea typeface="PT Sans"/>
                <a:cs typeface="PT Sans"/>
              </a:rPr>
              <a:t>REAL DATA ONLY AFTER THE STUDY</a:t>
            </a:r>
          </a:p>
        </p:txBody>
      </p:sp>
      <p:sp>
        <p:nvSpPr>
          <p:cNvPr id="19" name="">
            <a:extLst xmlns:a="http://schemas.openxmlformats.org/drawingml/2006/main">
              <a:ext uri="{FF2B5EF4-FFF2-40B4-BE49-F238E27FC236}">
                <a16:creationId xmlns:a16="http://schemas.microsoft.com/office/drawing/2014/main" id="{59EBA6A9-A7E3-44B7-A422-E2FA1811DE26}"/>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i="0">
                <a:solidFill>
                  <a:srgbClr val="718079"/>
                </a:solidFill>
                <a:latin typeface="PT Sans"/>
                <a:ea typeface="PT Sans"/>
                <a:cs typeface="PT Sans"/>
              </a:defRPr>
            </a:pPr>
            <a:r>
              <a:rPr sz="975" b="1" i="0">
                <a:solidFill>
                  <a:srgbClr val="718079"/>
                </a:solidFill>
                <a:latin typeface="PT Sans"/>
                <a:ea typeface="PT Sans"/>
                <a:cs typeface="PT Sans"/>
              </a:rPr>
              <a:t>SONORA · ҒЫЛЫМИ ЖОБА</a:t>
            </a:r>
          </a:p>
        </p:txBody>
      </p:sp>
      <p:sp>
        <p:nvSpPr>
          <p:cNvPr id="20" name="">
            <a:extLst xmlns:a="http://schemas.openxmlformats.org/drawingml/2006/main">
              <a:ext uri="{FF2B5EF4-FFF2-40B4-BE49-F238E27FC236}">
                <a16:creationId xmlns:a16="http://schemas.microsoft.com/office/drawing/2014/main" id="{C4A9A48C-4E9F-4C0D-8031-1F50CA3BBE54}"/>
              </a:ext>
            </a:extLst>
          </p:cNvPr>
          <p:cNvSpPr>
            <a:spLocks xmlns:a="http://schemas.openxmlformats.org/drawingml/2006/main" noGrp="1"/>
          </p:cNvSpPr>
          <p:nvPr/>
        </p:nvSpPr>
        <p:spPr>
          <a:xfrm xmlns:a="http://schemas.openxmlformats.org/drawingml/2006/main">
            <a:off x="10668000" y="6496050"/>
            <a:ext cx="838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i="0">
                <a:solidFill>
                  <a:srgbClr val="718079"/>
                </a:solidFill>
                <a:latin typeface="PT Sans"/>
                <a:ea typeface="PT Sans"/>
                <a:cs typeface="PT Sans"/>
              </a:defRPr>
            </a:pPr>
            <a:r>
              <a:rPr sz="975" b="0" i="0">
                <a:solidFill>
                  <a:srgbClr val="718079"/>
                </a:solidFill>
                <a:latin typeface="PT Sans"/>
                <a:ea typeface="PT Sans"/>
                <a:cs typeface="PT Sans"/>
              </a:rPr>
              <a:t>11 / 12</a:t>
            </a:r>
          </a:p>
        </p:txBody>
      </p:sp>
    </p:spTree>
    <p:extLst>
      <p:ext uri="{BB962C8B-B14F-4D97-AF65-F5344CB8AC3E}">
        <p14:creationId xmlns:p14="http://schemas.microsoft.com/office/powerpoint/2010/main" val="2143286274"/>
      </p:ext>
    </p:extLst>
  </p:cSld>
</p:sld>
</file>

<file path=ppt/slides/slide12.xml><?xml version="1.0" encoding="utf-8"?>
<p:sld xmlns:p="http://schemas.openxmlformats.org/presentationml/2006/main">
  <p:cSld>
    <p:bg>
      <p:bgPr>
        <a:solidFill xmlns:a="http://schemas.openxmlformats.org/drawingml/2006/main">
          <a:srgbClr val="D8FF6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2A62733-E9F3-4202-AFF8-9416D8D3B738}"/>
              </a:ext>
            </a:extLst>
          </p:cNvPr>
          <p:cNvSpPr>
            <a:spLocks xmlns:a="http://schemas.openxmlformats.org/drawingml/2006/main" noGrp="1"/>
          </p:cNvSpPr>
          <p:nvPr/>
        </p:nvSpPr>
        <p:spPr>
          <a:xfrm xmlns:a="http://schemas.openxmlformats.org/drawingml/2006/main">
            <a:off x="685800" y="552450"/>
            <a:ext cx="2209800" cy="323850"/>
          </a:xfrm>
          <a:prstGeom xmlns:a="http://schemas.openxmlformats.org/drawingml/2006/main" prst="roundRect">
            <a:avLst>
              <a:gd name="adj" fmla="val 50000"/>
            </a:avLst>
          </a:prstGeom>
          <a:solidFill xmlns:a="http://schemas.openxmlformats.org/drawingml/2006/main">
            <a:srgbClr val="08100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9D253C-83DE-4BF7-A502-C1BCAB3BB33D}"/>
              </a:ext>
            </a:extLst>
          </p:cNvPr>
          <p:cNvSpPr>
            <a:spLocks xmlns:a="http://schemas.openxmlformats.org/drawingml/2006/main" noGrp="1"/>
          </p:cNvSpPr>
          <p:nvPr/>
        </p:nvSpPr>
        <p:spPr>
          <a:xfrm xmlns:a="http://schemas.openxmlformats.org/drawingml/2006/main">
            <a:off x="781050" y="600075"/>
            <a:ext cx="2019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D8FF63"/>
                </a:solidFill>
                <a:latin typeface="PT Sans"/>
                <a:ea typeface="PT Sans"/>
                <a:cs typeface="PT Sans"/>
              </a:defRPr>
            </a:pPr>
            <a:r>
              <a:rPr sz="1050" b="1" i="0">
                <a:solidFill>
                  <a:srgbClr val="D8FF63"/>
                </a:solidFill>
                <a:latin typeface="PT Sans"/>
                <a:ea typeface="PT Sans"/>
                <a:cs typeface="PT Sans"/>
              </a:rPr>
              <a:t>ҚОРЫТЫНДЫ · CONCLUSION</a:t>
            </a:r>
          </a:p>
        </p:txBody>
      </p:sp>
      <p:sp>
        <p:nvSpPr>
          <p:cNvPr id="3" name="">
            <a:extLst xmlns:a="http://schemas.openxmlformats.org/drawingml/2006/main">
              <a:ext uri="{FF2B5EF4-FFF2-40B4-BE49-F238E27FC236}">
                <a16:creationId xmlns:a16="http://schemas.microsoft.com/office/drawing/2014/main" id="{EE3F210F-047C-47D3-BB45-6D76C54E1730}"/>
              </a:ext>
            </a:extLst>
          </p:cNvPr>
          <p:cNvSpPr>
            <a:spLocks xmlns:a="http://schemas.openxmlformats.org/drawingml/2006/main" noGrp="1"/>
          </p:cNvSpPr>
          <p:nvPr/>
        </p:nvSpPr>
        <p:spPr>
          <a:xfrm xmlns:a="http://schemas.openxmlformats.org/drawingml/2006/main">
            <a:off x="685800" y="12573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i="0">
                <a:solidFill>
                  <a:srgbClr val="08100D"/>
                </a:solidFill>
                <a:latin typeface="PT Sans"/>
                <a:ea typeface="PT Sans"/>
                <a:cs typeface="PT Sans"/>
              </a:defRPr>
            </a:pPr>
            <a:r>
              <a:rPr sz="3600" b="1" i="0">
                <a:solidFill>
                  <a:srgbClr val="08100D"/>
                </a:solidFill>
                <a:latin typeface="PT Sans"/>
                <a:ea typeface="PT Sans"/>
                <a:cs typeface="PT Sans"/>
              </a:rPr>
              <a:t>SONORA екі нәтижені біріктіреді</a:t>
            </a:r>
          </a:p>
        </p:txBody>
      </p:sp>
      <p:sp>
        <p:nvSpPr>
          <p:cNvPr id="4" name="">
            <a:extLst xmlns:a="http://schemas.openxmlformats.org/drawingml/2006/main">
              <a:ext uri="{FF2B5EF4-FFF2-40B4-BE49-F238E27FC236}">
                <a16:creationId xmlns:a16="http://schemas.microsoft.com/office/drawing/2014/main" id="{82BF882C-B603-4F1D-A53A-D43BED134909}"/>
              </a:ext>
            </a:extLst>
          </p:cNvPr>
          <p:cNvSpPr>
            <a:spLocks xmlns:a="http://schemas.openxmlformats.org/drawingml/2006/main" noGrp="1"/>
          </p:cNvSpPr>
          <p:nvPr/>
        </p:nvSpPr>
        <p:spPr>
          <a:xfrm xmlns:a="http://schemas.openxmlformats.org/drawingml/2006/main">
            <a:off x="685800" y="2305050"/>
            <a:ext cx="4953000" cy="2133600"/>
          </a:xfrm>
          <a:prstGeom xmlns:a="http://schemas.openxmlformats.org/drawingml/2006/main" prst="roundRect">
            <a:avLst>
              <a:gd name="adj" fmla="val 11607"/>
            </a:avLst>
          </a:prstGeom>
          <a:solidFill xmlns:a="http://schemas.openxmlformats.org/drawingml/2006/main">
            <a:srgbClr val="F4F3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F68839-3E9F-4C6B-A492-E73B2593479C}"/>
              </a:ext>
            </a:extLst>
          </p:cNvPr>
          <p:cNvSpPr>
            <a:spLocks xmlns:a="http://schemas.openxmlformats.org/drawingml/2006/main" noGrp="1"/>
          </p:cNvSpPr>
          <p:nvPr/>
        </p:nvSpPr>
        <p:spPr>
          <a:xfrm xmlns:a="http://schemas.openxmlformats.org/drawingml/2006/main">
            <a:off x="990600" y="26098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i="0">
                <a:solidFill>
                  <a:srgbClr val="17221D"/>
                </a:solidFill>
                <a:latin typeface="PT Sans"/>
                <a:ea typeface="PT Sans"/>
                <a:cs typeface="PT Sans"/>
              </a:defRPr>
            </a:pPr>
            <a:r>
              <a:rPr sz="2175" b="1" i="0">
                <a:solidFill>
                  <a:srgbClr val="17221D"/>
                </a:solidFill>
                <a:latin typeface="PT Sans"/>
                <a:ea typeface="PT Sans"/>
                <a:cs typeface="PT Sans"/>
              </a:rPr>
              <a:t>Жұмыс істейтін өнім</a:t>
            </a:r>
          </a:p>
        </p:txBody>
      </p:sp>
      <p:sp>
        <p:nvSpPr>
          <p:cNvPr id="6" name="">
            <a:extLst xmlns:a="http://schemas.openxmlformats.org/drawingml/2006/main">
              <a:ext uri="{FF2B5EF4-FFF2-40B4-BE49-F238E27FC236}">
                <a16:creationId xmlns:a16="http://schemas.microsoft.com/office/drawing/2014/main" id="{C6A86339-0C64-4DB9-9F25-3CC912FB6819}"/>
              </a:ext>
            </a:extLst>
          </p:cNvPr>
          <p:cNvSpPr>
            <a:spLocks xmlns:a="http://schemas.openxmlformats.org/drawingml/2006/main" noGrp="1"/>
          </p:cNvSpPr>
          <p:nvPr/>
        </p:nvSpPr>
        <p:spPr>
          <a:xfrm xmlns:a="http://schemas.openxmlformats.org/drawingml/2006/main">
            <a:off x="990600" y="3181350"/>
            <a:ext cx="4343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68736C"/>
                </a:solidFill>
                <a:latin typeface="PT Sans"/>
                <a:ea typeface="PT Sans"/>
                <a:cs typeface="PT Sans"/>
              </a:defRPr>
            </a:pPr>
            <a:r>
              <a:rPr sz="1650" b="0" i="0">
                <a:solidFill>
                  <a:srgbClr val="68736C"/>
                </a:solidFill>
                <a:latin typeface="PT Sans"/>
                <a:ea typeface="PT Sans"/>
                <a:cs typeface="PT Sans"/>
              </a:rPr>
              <a:t>Үш тілдегі интерфейс</a:t>
            </a:r>
          </a:p>
          <a:p xmlns:a="http://schemas.openxmlformats.org/drawingml/2006/main">
            <a:pPr algn="l">
              <a:defRPr sz="1650" b="0" i="0">
                <a:solidFill>
                  <a:srgbClr val="68736C"/>
                </a:solidFill>
                <a:latin typeface="PT Sans"/>
                <a:ea typeface="PT Sans"/>
                <a:cs typeface="PT Sans"/>
              </a:defRPr>
            </a:pPr>
            <a:r>
              <a:rPr sz="1650" b="0" i="0">
                <a:solidFill>
                  <a:srgbClr val="68736C"/>
                </a:solidFill>
                <a:latin typeface="PT Sans"/>
                <a:ea typeface="PT Sans"/>
                <a:cs typeface="PT Sans"/>
              </a:rPr>
              <a:t>Әнге негізделген 7 кезең</a:t>
            </a:r>
          </a:p>
          <a:p xmlns:a="http://schemas.openxmlformats.org/drawingml/2006/main">
            <a:pPr algn="l">
              <a:defRPr sz="1650" b="0" i="0">
                <a:solidFill>
                  <a:srgbClr val="68736C"/>
                </a:solidFill>
                <a:latin typeface="PT Sans"/>
                <a:ea typeface="PT Sans"/>
                <a:cs typeface="PT Sans"/>
              </a:defRPr>
            </a:pPr>
            <a:r>
              <a:rPr sz="1650" b="0" i="0">
                <a:solidFill>
                  <a:srgbClr val="68736C"/>
                </a:solidFill>
                <a:latin typeface="PT Sans"/>
                <a:ea typeface="PT Sans"/>
                <a:cs typeface="PT Sans"/>
              </a:rPr>
              <a:t>Ресми аудио және өлшенетін прогресс</a:t>
            </a:r>
          </a:p>
        </p:txBody>
      </p:sp>
      <p:sp>
        <p:nvSpPr>
          <p:cNvPr id="7" name="">
            <a:extLst xmlns:a="http://schemas.openxmlformats.org/drawingml/2006/main">
              <a:ext uri="{FF2B5EF4-FFF2-40B4-BE49-F238E27FC236}">
                <a16:creationId xmlns:a16="http://schemas.microsoft.com/office/drawing/2014/main" id="{FECA5458-360D-4606-9E6C-151E1EBFD890}"/>
              </a:ext>
            </a:extLst>
          </p:cNvPr>
          <p:cNvSpPr>
            <a:spLocks xmlns:a="http://schemas.openxmlformats.org/drawingml/2006/main" noGrp="1"/>
          </p:cNvSpPr>
          <p:nvPr/>
        </p:nvSpPr>
        <p:spPr>
          <a:xfrm xmlns:a="http://schemas.openxmlformats.org/drawingml/2006/main">
            <a:off x="5867400" y="2305050"/>
            <a:ext cx="5638800" cy="2133600"/>
          </a:xfrm>
          <a:prstGeom xmlns:a="http://schemas.openxmlformats.org/drawingml/2006/main" prst="roundRect">
            <a:avLst>
              <a:gd name="adj" fmla="val 11607"/>
            </a:avLst>
          </a:prstGeom>
          <a:solidFill xmlns:a="http://schemas.openxmlformats.org/drawingml/2006/main">
            <a:srgbClr val="10191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521E120-BBB3-4C80-8F09-B785176E1165}"/>
              </a:ext>
            </a:extLst>
          </p:cNvPr>
          <p:cNvSpPr>
            <a:spLocks xmlns:a="http://schemas.openxmlformats.org/drawingml/2006/main" noGrp="1"/>
          </p:cNvSpPr>
          <p:nvPr/>
        </p:nvSpPr>
        <p:spPr>
          <a:xfrm xmlns:a="http://schemas.openxmlformats.org/drawingml/2006/main">
            <a:off x="6172200" y="2609850"/>
            <a:ext cx="502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i="0">
                <a:solidFill>
                  <a:srgbClr val="FBFCF7"/>
                </a:solidFill>
                <a:latin typeface="PT Sans"/>
                <a:ea typeface="PT Sans"/>
                <a:cs typeface="PT Sans"/>
              </a:defRPr>
            </a:pPr>
            <a:r>
              <a:rPr sz="2175" b="1" i="0">
                <a:solidFill>
                  <a:srgbClr val="FBFCF7"/>
                </a:solidFill>
                <a:latin typeface="PT Sans"/>
                <a:ea typeface="PT Sans"/>
                <a:cs typeface="PT Sans"/>
              </a:rPr>
              <a:t>Тексерілетін әдістеме</a:t>
            </a:r>
          </a:p>
        </p:txBody>
      </p:sp>
      <p:sp>
        <p:nvSpPr>
          <p:cNvPr id="9" name="">
            <a:extLst xmlns:a="http://schemas.openxmlformats.org/drawingml/2006/main">
              <a:ext uri="{FF2B5EF4-FFF2-40B4-BE49-F238E27FC236}">
                <a16:creationId xmlns:a16="http://schemas.microsoft.com/office/drawing/2014/main" id="{A3B7638A-A6CE-4D39-BF91-F3F8FE3005B5}"/>
              </a:ext>
            </a:extLst>
          </p:cNvPr>
          <p:cNvSpPr>
            <a:spLocks xmlns:a="http://schemas.openxmlformats.org/drawingml/2006/main" noGrp="1"/>
          </p:cNvSpPr>
          <p:nvPr/>
        </p:nvSpPr>
        <p:spPr>
          <a:xfrm xmlns:a="http://schemas.openxmlformats.org/drawingml/2006/main">
            <a:off x="6172200" y="3181350"/>
            <a:ext cx="5029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AAB5AE"/>
                </a:solidFill>
                <a:latin typeface="PT Sans"/>
                <a:ea typeface="PT Sans"/>
                <a:cs typeface="PT Sans"/>
              </a:defRPr>
            </a:pPr>
            <a:r>
              <a:rPr sz="1650" b="0" i="0">
                <a:solidFill>
                  <a:srgbClr val="AAB5AE"/>
                </a:solidFill>
                <a:latin typeface="PT Sans"/>
                <a:ea typeface="PT Sans"/>
                <a:cs typeface="PT Sans"/>
              </a:rPr>
              <a:t>Бақылау және эксперименттік топтар</a:t>
            </a:r>
          </a:p>
          <a:p xmlns:a="http://schemas.openxmlformats.org/drawingml/2006/main">
            <a:pPr algn="l">
              <a:defRPr sz="1650" b="0" i="0">
                <a:solidFill>
                  <a:srgbClr val="AAB5AE"/>
                </a:solidFill>
                <a:latin typeface="PT Sans"/>
                <a:ea typeface="PT Sans"/>
                <a:cs typeface="PT Sans"/>
              </a:defRPr>
            </a:pPr>
            <a:r>
              <a:rPr sz="1650" b="0" i="0">
                <a:solidFill>
                  <a:srgbClr val="AAB5AE"/>
                </a:solidFill>
                <a:latin typeface="PT Sans"/>
                <a:ea typeface="PT Sans"/>
                <a:cs typeface="PT Sans"/>
              </a:rPr>
              <a:t>Pre-test және post-test</a:t>
            </a:r>
          </a:p>
          <a:p xmlns:a="http://schemas.openxmlformats.org/drawingml/2006/main">
            <a:pPr algn="l">
              <a:defRPr sz="1650" b="0" i="0">
                <a:solidFill>
                  <a:srgbClr val="AAB5AE"/>
                </a:solidFill>
                <a:latin typeface="PT Sans"/>
                <a:ea typeface="PT Sans"/>
                <a:cs typeface="PT Sans"/>
              </a:defRPr>
            </a:pPr>
            <a:r>
              <a:rPr sz="1650" b="0" i="0">
                <a:solidFill>
                  <a:srgbClr val="AAB5AE"/>
                </a:solidFill>
                <a:latin typeface="PT Sans"/>
                <a:ea typeface="PT Sans"/>
                <a:cs typeface="PT Sans"/>
              </a:rPr>
              <a:t>Нақты дерекке негізделген қорытынды</a:t>
            </a:r>
          </a:p>
        </p:txBody>
      </p:sp>
      <p:sp>
        <p:nvSpPr>
          <p:cNvPr id="10" name="">
            <a:extLst xmlns:a="http://schemas.openxmlformats.org/drawingml/2006/main">
              <a:ext uri="{FF2B5EF4-FFF2-40B4-BE49-F238E27FC236}">
                <a16:creationId xmlns:a16="http://schemas.microsoft.com/office/drawing/2014/main" id="{2FA65A7B-7474-42D2-A773-CD1FC639BBAA}"/>
              </a:ext>
            </a:extLst>
          </p:cNvPr>
          <p:cNvSpPr>
            <a:spLocks xmlns:a="http://schemas.openxmlformats.org/drawingml/2006/main" noGrp="1"/>
          </p:cNvSpPr>
          <p:nvPr/>
        </p:nvSpPr>
        <p:spPr>
          <a:xfrm xmlns:a="http://schemas.openxmlformats.org/drawingml/2006/main">
            <a:off x="685800" y="48768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17221D"/>
                </a:solidFill>
                <a:latin typeface="PT Sans"/>
                <a:ea typeface="PT Sans"/>
                <a:cs typeface="PT Sans"/>
              </a:defRPr>
            </a:pPr>
            <a:r>
              <a:rPr sz="1500" b="1" i="0">
                <a:solidFill>
                  <a:srgbClr val="17221D"/>
                </a:solidFill>
                <a:latin typeface="PT Sans"/>
                <a:ea typeface="PT Sans"/>
                <a:cs typeface="PT Sans"/>
              </a:rPr>
              <a:t>Келесі қадам</a:t>
            </a:r>
          </a:p>
        </p:txBody>
      </p:sp>
      <p:sp>
        <p:nvSpPr>
          <p:cNvPr id="11" name="">
            <a:extLst xmlns:a="http://schemas.openxmlformats.org/drawingml/2006/main">
              <a:ext uri="{FF2B5EF4-FFF2-40B4-BE49-F238E27FC236}">
                <a16:creationId xmlns:a16="http://schemas.microsoft.com/office/drawing/2014/main" id="{E9CA3FCC-97F7-4973-AA3D-D8E7BD382226}"/>
              </a:ext>
            </a:extLst>
          </p:cNvPr>
          <p:cNvSpPr>
            <a:spLocks xmlns:a="http://schemas.openxmlformats.org/drawingml/2006/main" noGrp="1"/>
          </p:cNvSpPr>
          <p:nvPr/>
        </p:nvSpPr>
        <p:spPr>
          <a:xfrm xmlns:a="http://schemas.openxmlformats.org/drawingml/2006/main">
            <a:off x="685800" y="52768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08100D"/>
                </a:solidFill>
                <a:latin typeface="PT Sans"/>
                <a:ea typeface="PT Sans"/>
                <a:cs typeface="PT Sans"/>
              </a:defRPr>
            </a:pPr>
            <a:r>
              <a:rPr sz="1875" b="1" i="0">
                <a:solidFill>
                  <a:srgbClr val="08100D"/>
                </a:solidFill>
                <a:latin typeface="PT Sans"/>
                <a:ea typeface="PT Sans"/>
                <a:cs typeface="PT Sans"/>
              </a:rPr>
              <a:t>4 апталық экспериментті өткізу және демо көрсеткіштерді келісіммен жиналған нақты деректермен алмастыру</a:t>
            </a:r>
          </a:p>
        </p:txBody>
      </p:sp>
      <p:sp>
        <p:nvSpPr>
          <p:cNvPr id="12" name="">
            <a:extLst xmlns:a="http://schemas.openxmlformats.org/drawingml/2006/main">
              <a:ext uri="{FF2B5EF4-FFF2-40B4-BE49-F238E27FC236}">
                <a16:creationId xmlns:a16="http://schemas.microsoft.com/office/drawing/2014/main" id="{44AEA174-757D-4502-8426-45D2B302E2D2}"/>
              </a:ext>
            </a:extLst>
          </p:cNvPr>
          <p:cNvSpPr>
            <a:spLocks xmlns:a="http://schemas.openxmlformats.org/drawingml/2006/main" noGrp="1"/>
          </p:cNvSpPr>
          <p:nvPr/>
        </p:nvSpPr>
        <p:spPr>
          <a:xfrm xmlns:a="http://schemas.openxmlformats.org/drawingml/2006/main">
            <a:off x="685800" y="6038850"/>
            <a:ext cx="10820400" cy="0"/>
          </a:xfrm>
          <a:prstGeom xmlns:a="http://schemas.openxmlformats.org/drawingml/2006/main" prst="line">
            <a:avLst/>
          </a:prstGeom>
          <a:noFill xmlns:a="http://schemas.openxmlformats.org/drawingml/2006/main"/>
          <a:ln xmlns:a="http://schemas.openxmlformats.org/drawingml/2006/main" w="19050">
            <a:solidFill>
              <a:srgbClr val="08100D"/>
            </a:solidFill>
            <a:prstDash val="solid"/>
          </a:ln>
        </p:spPr>
      </p:sp>
      <p:sp>
        <p:nvSpPr>
          <p:cNvPr id="13" name="">
            <a:extLst xmlns:a="http://schemas.openxmlformats.org/drawingml/2006/main">
              <a:ext uri="{FF2B5EF4-FFF2-40B4-BE49-F238E27FC236}">
                <a16:creationId xmlns:a16="http://schemas.microsoft.com/office/drawing/2014/main" id="{9603C554-E095-42D8-B2E3-A45A289968C3}"/>
              </a:ext>
            </a:extLst>
          </p:cNvPr>
          <p:cNvSpPr>
            <a:spLocks xmlns:a="http://schemas.openxmlformats.org/drawingml/2006/main" noGrp="1"/>
          </p:cNvSpPr>
          <p:nvPr/>
        </p:nvSpPr>
        <p:spPr>
          <a:xfrm xmlns:a="http://schemas.openxmlformats.org/drawingml/2006/main">
            <a:off x="685800" y="6210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08100D"/>
                </a:solidFill>
                <a:latin typeface="PT Sans"/>
                <a:ea typeface="PT Sans"/>
                <a:cs typeface="PT Sans"/>
              </a:defRPr>
            </a:pPr>
            <a:r>
              <a:rPr sz="1350" b="1" i="0">
                <a:solidFill>
                  <a:srgbClr val="08100D"/>
                </a:solidFill>
                <a:latin typeface="PT Sans"/>
                <a:ea typeface="PT Sans"/>
                <a:cs typeface="PT Sans"/>
              </a:rPr>
              <a:t>Назарларыңызға рақмет · Thank you</a:t>
            </a:r>
          </a:p>
        </p:txBody>
      </p:sp>
      <p:sp>
        <p:nvSpPr>
          <p:cNvPr id="14" name="">
            <a:extLst xmlns:a="http://schemas.openxmlformats.org/drawingml/2006/main">
              <a:ext uri="{FF2B5EF4-FFF2-40B4-BE49-F238E27FC236}">
                <a16:creationId xmlns:a16="http://schemas.microsoft.com/office/drawing/2014/main" id="{FF130269-3254-4260-9CF0-6FF5F57F9123}"/>
              </a:ext>
            </a:extLst>
          </p:cNvPr>
          <p:cNvSpPr>
            <a:spLocks xmlns:a="http://schemas.openxmlformats.org/drawingml/2006/main" noGrp="1"/>
          </p:cNvSpPr>
          <p:nvPr/>
        </p:nvSpPr>
        <p:spPr>
          <a:xfrm xmlns:a="http://schemas.openxmlformats.org/drawingml/2006/main">
            <a:off x="6191250" y="6210300"/>
            <a:ext cx="531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i="0">
                <a:solidFill>
                  <a:srgbClr val="38502D"/>
                </a:solidFill>
                <a:latin typeface="PT Sans"/>
                <a:ea typeface="PT Sans"/>
                <a:cs typeface="PT Sans"/>
              </a:defRPr>
            </a:pPr>
            <a:r>
              <a:rPr sz="1050" b="0" i="0">
                <a:solidFill>
                  <a:srgbClr val="38502D"/>
                </a:solidFill>
                <a:latin typeface="PT Sans"/>
                <a:ea typeface="PT Sans"/>
                <a:cs typeface="PT Sans"/>
              </a:rPr>
              <a:t>CEFR 2020 · Ludke et al. 2014 · Pavia et al. 2019 · UNESCO 2023</a:t>
            </a:r>
          </a:p>
        </p:txBody>
      </p:sp>
    </p:spTree>
    <p:extLst>
      <p:ext uri="{BB962C8B-B14F-4D97-AF65-F5344CB8AC3E}">
        <p14:creationId xmlns:p14="http://schemas.microsoft.com/office/powerpoint/2010/main" val="14883999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2026-09-05T08:24:22.2950000Z</dcterms:created>
  <dcterms:modified xsi:type="dcterms:W3CDTF">2026-09-05T08:24:22.2950000Z</dcterms:modified>
</coreProperties>
</file>